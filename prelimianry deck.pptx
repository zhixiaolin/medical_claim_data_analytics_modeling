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4"/>
  </p:sldMasterIdLst>
  <p:notesMasterIdLst>
    <p:notesMasterId r:id="rId25"/>
  </p:notesMasterIdLst>
  <p:sldIdLst>
    <p:sldId id="256" r:id="rId5"/>
    <p:sldId id="264" r:id="rId6"/>
    <p:sldId id="271" r:id="rId7"/>
    <p:sldId id="272" r:id="rId8"/>
    <p:sldId id="273" r:id="rId9"/>
    <p:sldId id="276" r:id="rId10"/>
    <p:sldId id="274" r:id="rId11"/>
    <p:sldId id="295" r:id="rId12"/>
    <p:sldId id="280" r:id="rId13"/>
    <p:sldId id="278" r:id="rId14"/>
    <p:sldId id="277" r:id="rId15"/>
    <p:sldId id="282" r:id="rId16"/>
    <p:sldId id="287" r:id="rId17"/>
    <p:sldId id="279" r:id="rId18"/>
    <p:sldId id="284" r:id="rId19"/>
    <p:sldId id="285" r:id="rId20"/>
    <p:sldId id="286" r:id="rId21"/>
    <p:sldId id="294" r:id="rId22"/>
    <p:sldId id="293" r:id="rId23"/>
    <p:sldId id="29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532AD-6FAE-4C86-AA99-47D4221992E6}" v="128" dt="2023-05-17T15:34:21.904"/>
    <p1510:client id="{B363D232-7C3D-48C8-9224-65FB6AC97B14}" v="21" dt="2023-05-16T09:16:37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4" autoAdjust="0"/>
    <p:restoredTop sz="94598" autoAdjust="0"/>
  </p:normalViewPr>
  <p:slideViewPr>
    <p:cSldViewPr snapToGrid="0" showGuides="1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xiao Lin" userId="fe3b3fb158d6e867" providerId="LiveId" clId="{B363D232-7C3D-48C8-9224-65FB6AC97B14}"/>
    <pc:docChg chg="custSel delSld modSld">
      <pc:chgData name="Zhixiao Lin" userId="fe3b3fb158d6e867" providerId="LiveId" clId="{B363D232-7C3D-48C8-9224-65FB6AC97B14}" dt="2023-05-16T09:17:18.916" v="4271" actId="14100"/>
      <pc:docMkLst>
        <pc:docMk/>
      </pc:docMkLst>
      <pc:sldChg chg="modSp mod">
        <pc:chgData name="Zhixiao Lin" userId="fe3b3fb158d6e867" providerId="LiveId" clId="{B363D232-7C3D-48C8-9224-65FB6AC97B14}" dt="2023-05-16T07:07:13.663" v="3984" actId="20577"/>
        <pc:sldMkLst>
          <pc:docMk/>
          <pc:sldMk cId="1039759085" sldId="256"/>
        </pc:sldMkLst>
        <pc:spChg chg="mod">
          <ac:chgData name="Zhixiao Lin" userId="fe3b3fb158d6e867" providerId="LiveId" clId="{B363D232-7C3D-48C8-9224-65FB6AC97B14}" dt="2023-05-16T07:07:13.663" v="3984" actId="20577"/>
          <ac:spMkLst>
            <pc:docMk/>
            <pc:sldMk cId="1039759085" sldId="256"/>
            <ac:spMk id="4" creationId="{8359453A-78E9-42AE-AE23-C9D218CBC378}"/>
          </ac:spMkLst>
        </pc:spChg>
      </pc:sldChg>
      <pc:sldChg chg="delSp modSp mod">
        <pc:chgData name="Zhixiao Lin" userId="fe3b3fb158d6e867" providerId="LiveId" clId="{B363D232-7C3D-48C8-9224-65FB6AC97B14}" dt="2023-05-16T07:07:35.873" v="3993" actId="20577"/>
        <pc:sldMkLst>
          <pc:docMk/>
          <pc:sldMk cId="1715400757" sldId="264"/>
        </pc:sldMkLst>
        <pc:spChg chg="mod">
          <ac:chgData name="Zhixiao Lin" userId="fe3b3fb158d6e867" providerId="LiveId" clId="{B363D232-7C3D-48C8-9224-65FB6AC97B14}" dt="2023-05-16T07:07:35.873" v="3993" actId="20577"/>
          <ac:spMkLst>
            <pc:docMk/>
            <pc:sldMk cId="1715400757" sldId="264"/>
            <ac:spMk id="4" creationId="{DFFA8F6C-85B2-40F8-9392-16F12DC2D8CA}"/>
          </ac:spMkLst>
        </pc:spChg>
        <pc:spChg chg="del">
          <ac:chgData name="Zhixiao Lin" userId="fe3b3fb158d6e867" providerId="LiveId" clId="{B363D232-7C3D-48C8-9224-65FB6AC97B14}" dt="2023-05-16T06:19:20.193" v="2194" actId="478"/>
          <ac:spMkLst>
            <pc:docMk/>
            <pc:sldMk cId="1715400757" sldId="264"/>
            <ac:spMk id="7" creationId="{23FC7AC8-C1FF-4125-99AB-29C9CC00146C}"/>
          </ac:spMkLst>
        </pc:spChg>
        <pc:spChg chg="del">
          <ac:chgData name="Zhixiao Lin" userId="fe3b3fb158d6e867" providerId="LiveId" clId="{B363D232-7C3D-48C8-9224-65FB6AC97B14}" dt="2023-05-16T06:18:59.959" v="2190" actId="478"/>
          <ac:spMkLst>
            <pc:docMk/>
            <pc:sldMk cId="1715400757" sldId="264"/>
            <ac:spMk id="8" creationId="{CCF3BEB4-74AE-46AA-B4D6-F74D0D1815C9}"/>
          </ac:spMkLst>
        </pc:spChg>
      </pc:sldChg>
      <pc:sldChg chg="delSp mod">
        <pc:chgData name="Zhixiao Lin" userId="fe3b3fb158d6e867" providerId="LiveId" clId="{B363D232-7C3D-48C8-9224-65FB6AC97B14}" dt="2023-05-16T06:19:26.162" v="2195" actId="478"/>
        <pc:sldMkLst>
          <pc:docMk/>
          <pc:sldMk cId="2754131592" sldId="271"/>
        </pc:sldMkLst>
        <pc:spChg chg="del">
          <ac:chgData name="Zhixiao Lin" userId="fe3b3fb158d6e867" providerId="LiveId" clId="{B363D232-7C3D-48C8-9224-65FB6AC97B14}" dt="2023-05-16T06:19:26.162" v="2195" actId="478"/>
          <ac:spMkLst>
            <pc:docMk/>
            <pc:sldMk cId="2754131592" sldId="271"/>
            <ac:spMk id="7" creationId="{23FC7AC8-C1FF-4125-99AB-29C9CC00146C}"/>
          </ac:spMkLst>
        </pc:spChg>
        <pc:spChg chg="del">
          <ac:chgData name="Zhixiao Lin" userId="fe3b3fb158d6e867" providerId="LiveId" clId="{B363D232-7C3D-48C8-9224-65FB6AC97B14}" dt="2023-05-16T06:19:05.727" v="2191" actId="478"/>
          <ac:spMkLst>
            <pc:docMk/>
            <pc:sldMk cId="2754131592" sldId="271"/>
            <ac:spMk id="8" creationId="{CCF3BEB4-74AE-46AA-B4D6-F74D0D1815C9}"/>
          </ac:spMkLst>
        </pc:spChg>
      </pc:sldChg>
      <pc:sldChg chg="modSp mod">
        <pc:chgData name="Zhixiao Lin" userId="fe3b3fb158d6e867" providerId="LiveId" clId="{B363D232-7C3D-48C8-9224-65FB6AC97B14}" dt="2023-05-16T07:07:42.937" v="4003" actId="20577"/>
        <pc:sldMkLst>
          <pc:docMk/>
          <pc:sldMk cId="426261469" sldId="272"/>
        </pc:sldMkLst>
        <pc:spChg chg="mod">
          <ac:chgData name="Zhixiao Lin" userId="fe3b3fb158d6e867" providerId="LiveId" clId="{B363D232-7C3D-48C8-9224-65FB6AC97B14}" dt="2023-05-16T06:19:45.829" v="2203" actId="20577"/>
          <ac:spMkLst>
            <pc:docMk/>
            <pc:sldMk cId="426261469" sldId="272"/>
            <ac:spMk id="12" creationId="{C66B2850-573E-D06D-0228-7A91EFB3AA58}"/>
          </ac:spMkLst>
        </pc:spChg>
        <pc:spChg chg="mod">
          <ac:chgData name="Zhixiao Lin" userId="fe3b3fb158d6e867" providerId="LiveId" clId="{B363D232-7C3D-48C8-9224-65FB6AC97B14}" dt="2023-05-16T06:20:20.850" v="2253" actId="20577"/>
          <ac:spMkLst>
            <pc:docMk/>
            <pc:sldMk cId="426261469" sldId="272"/>
            <ac:spMk id="13" creationId="{B6603B0E-7ADA-0F91-AE76-BAC29B90DAA5}"/>
          </ac:spMkLst>
        </pc:spChg>
        <pc:spChg chg="mod">
          <ac:chgData name="Zhixiao Lin" userId="fe3b3fb158d6e867" providerId="LiveId" clId="{B363D232-7C3D-48C8-9224-65FB6AC97B14}" dt="2023-05-16T06:19:31.620" v="2196" actId="1076"/>
          <ac:spMkLst>
            <pc:docMk/>
            <pc:sldMk cId="426261469" sldId="272"/>
            <ac:spMk id="17" creationId="{03EFBB4C-C877-D04F-DED3-CA892612DFB5}"/>
          </ac:spMkLst>
        </pc:spChg>
        <pc:spChg chg="mod">
          <ac:chgData name="Zhixiao Lin" userId="fe3b3fb158d6e867" providerId="LiveId" clId="{B363D232-7C3D-48C8-9224-65FB6AC97B14}" dt="2023-05-16T07:07:42.937" v="4003" actId="20577"/>
          <ac:spMkLst>
            <pc:docMk/>
            <pc:sldMk cId="426261469" sldId="272"/>
            <ac:spMk id="20" creationId="{52489106-54CC-1CE6-D216-0F06B44B48FA}"/>
          </ac:spMkLst>
        </pc:spChg>
      </pc:sldChg>
      <pc:sldChg chg="delSp mod">
        <pc:chgData name="Zhixiao Lin" userId="fe3b3fb158d6e867" providerId="LiveId" clId="{B363D232-7C3D-48C8-9224-65FB6AC97B14}" dt="2023-05-16T06:19:17.272" v="2193" actId="478"/>
        <pc:sldMkLst>
          <pc:docMk/>
          <pc:sldMk cId="3438054971" sldId="273"/>
        </pc:sldMkLst>
        <pc:spChg chg="del">
          <ac:chgData name="Zhixiao Lin" userId="fe3b3fb158d6e867" providerId="LiveId" clId="{B363D232-7C3D-48C8-9224-65FB6AC97B14}" dt="2023-05-16T06:19:17.272" v="2193" actId="478"/>
          <ac:spMkLst>
            <pc:docMk/>
            <pc:sldMk cId="3438054971" sldId="273"/>
            <ac:spMk id="7" creationId="{23FC7AC8-C1FF-4125-99AB-29C9CC00146C}"/>
          </ac:spMkLst>
        </pc:spChg>
        <pc:spChg chg="del">
          <ac:chgData name="Zhixiao Lin" userId="fe3b3fb158d6e867" providerId="LiveId" clId="{B363D232-7C3D-48C8-9224-65FB6AC97B14}" dt="2023-05-16T06:19:12.352" v="2192" actId="478"/>
          <ac:spMkLst>
            <pc:docMk/>
            <pc:sldMk cId="3438054971" sldId="273"/>
            <ac:spMk id="8" creationId="{CCF3BEB4-74AE-46AA-B4D6-F74D0D1815C9}"/>
          </ac:spMkLst>
        </pc:spChg>
      </pc:sldChg>
      <pc:sldChg chg="delSp modSp mod">
        <pc:chgData name="Zhixiao Lin" userId="fe3b3fb158d6e867" providerId="LiveId" clId="{B363D232-7C3D-48C8-9224-65FB6AC97B14}" dt="2023-05-16T06:37:27.356" v="3518" actId="20577"/>
        <pc:sldMkLst>
          <pc:docMk/>
          <pc:sldMk cId="436086276" sldId="274"/>
        </pc:sldMkLst>
        <pc:spChg chg="mod">
          <ac:chgData name="Zhixiao Lin" userId="fe3b3fb158d6e867" providerId="LiveId" clId="{B363D232-7C3D-48C8-9224-65FB6AC97B14}" dt="2023-05-16T06:37:27.356" v="3518" actId="20577"/>
          <ac:spMkLst>
            <pc:docMk/>
            <pc:sldMk cId="436086276" sldId="274"/>
            <ac:spMk id="4" creationId="{DFFA8F6C-85B2-40F8-9392-16F12DC2D8CA}"/>
          </ac:spMkLst>
        </pc:spChg>
        <pc:spChg chg="del">
          <ac:chgData name="Zhixiao Lin" userId="fe3b3fb158d6e867" providerId="LiveId" clId="{B363D232-7C3D-48C8-9224-65FB6AC97B14}" dt="2023-05-16T06:34:23.208" v="3065" actId="478"/>
          <ac:spMkLst>
            <pc:docMk/>
            <pc:sldMk cId="436086276" sldId="274"/>
            <ac:spMk id="5" creationId="{B32F8EAF-E302-1C46-84F1-F6BCD59B5E34}"/>
          </ac:spMkLst>
        </pc:spChg>
        <pc:spChg chg="del mod">
          <ac:chgData name="Zhixiao Lin" userId="fe3b3fb158d6e867" providerId="LiveId" clId="{B363D232-7C3D-48C8-9224-65FB6AC97B14}" dt="2023-05-16T06:34:35.058" v="3074" actId="478"/>
          <ac:spMkLst>
            <pc:docMk/>
            <pc:sldMk cId="436086276" sldId="274"/>
            <ac:spMk id="23" creationId="{243B4C10-0C34-9571-5A28-A36E5B94BD24}"/>
          </ac:spMkLst>
        </pc:spChg>
        <pc:spChg chg="del">
          <ac:chgData name="Zhixiao Lin" userId="fe3b3fb158d6e867" providerId="LiveId" clId="{B363D232-7C3D-48C8-9224-65FB6AC97B14}" dt="2023-05-16T06:34:38.010" v="3076" actId="478"/>
          <ac:spMkLst>
            <pc:docMk/>
            <pc:sldMk cId="436086276" sldId="274"/>
            <ac:spMk id="24" creationId="{F712E79C-662F-D74F-0D22-AC518FCD0EF5}"/>
          </ac:spMkLst>
        </pc:spChg>
        <pc:spChg chg="del">
          <ac:chgData name="Zhixiao Lin" userId="fe3b3fb158d6e867" providerId="LiveId" clId="{B363D232-7C3D-48C8-9224-65FB6AC97B14}" dt="2023-05-16T06:34:36.234" v="3075" actId="478"/>
          <ac:spMkLst>
            <pc:docMk/>
            <pc:sldMk cId="436086276" sldId="274"/>
            <ac:spMk id="25" creationId="{0E24B4CC-E100-9226-163A-B954B7AF054E}"/>
          </ac:spMkLst>
        </pc:spChg>
        <pc:spChg chg="del">
          <ac:chgData name="Zhixiao Lin" userId="fe3b3fb158d6e867" providerId="LiveId" clId="{B363D232-7C3D-48C8-9224-65FB6AC97B14}" dt="2023-05-16T06:34:31.715" v="3072" actId="478"/>
          <ac:spMkLst>
            <pc:docMk/>
            <pc:sldMk cId="436086276" sldId="274"/>
            <ac:spMk id="27" creationId="{5A5090D6-1D89-7B35-B62E-AAED11AAC0EE}"/>
          </ac:spMkLst>
        </pc:spChg>
        <pc:picChg chg="del">
          <ac:chgData name="Zhixiao Lin" userId="fe3b3fb158d6e867" providerId="LiveId" clId="{B363D232-7C3D-48C8-9224-65FB6AC97B14}" dt="2023-05-16T06:34:22.384" v="3064" actId="478"/>
          <ac:picMkLst>
            <pc:docMk/>
            <pc:sldMk cId="436086276" sldId="274"/>
            <ac:picMk id="6" creationId="{93D30A87-AF31-5FC7-8F63-D9CB59083909}"/>
          </ac:picMkLst>
        </pc:picChg>
        <pc:picChg chg="del">
          <ac:chgData name="Zhixiao Lin" userId="fe3b3fb158d6e867" providerId="LiveId" clId="{B363D232-7C3D-48C8-9224-65FB6AC97B14}" dt="2023-05-16T06:34:29.600" v="3071" actId="478"/>
          <ac:picMkLst>
            <pc:docMk/>
            <pc:sldMk cId="436086276" sldId="274"/>
            <ac:picMk id="7" creationId="{2DEBB4E1-6553-3AFC-2B96-208C4497F2FE}"/>
          </ac:picMkLst>
        </pc:picChg>
        <pc:cxnChg chg="del">
          <ac:chgData name="Zhixiao Lin" userId="fe3b3fb158d6e867" providerId="LiveId" clId="{B363D232-7C3D-48C8-9224-65FB6AC97B14}" dt="2023-05-16T06:34:24.594" v="3066" actId="478"/>
          <ac:cxnSpMkLst>
            <pc:docMk/>
            <pc:sldMk cId="436086276" sldId="274"/>
            <ac:cxnSpMk id="10" creationId="{369FCF04-8856-0F5A-F4D8-5A22828FDFC9}"/>
          </ac:cxnSpMkLst>
        </pc:cxnChg>
        <pc:cxnChg chg="del">
          <ac:chgData name="Zhixiao Lin" userId="fe3b3fb158d6e867" providerId="LiveId" clId="{B363D232-7C3D-48C8-9224-65FB6AC97B14}" dt="2023-05-16T06:34:25.607" v="3067" actId="478"/>
          <ac:cxnSpMkLst>
            <pc:docMk/>
            <pc:sldMk cId="436086276" sldId="274"/>
            <ac:cxnSpMk id="11" creationId="{91FAE34F-F46E-26D1-52D0-30C458773ED3}"/>
          </ac:cxnSpMkLst>
        </pc:cxnChg>
        <pc:cxnChg chg="del mod">
          <ac:chgData name="Zhixiao Lin" userId="fe3b3fb158d6e867" providerId="LiveId" clId="{B363D232-7C3D-48C8-9224-65FB6AC97B14}" dt="2023-05-16T06:34:26.304" v="3068" actId="478"/>
          <ac:cxnSpMkLst>
            <pc:docMk/>
            <pc:sldMk cId="436086276" sldId="274"/>
            <ac:cxnSpMk id="14" creationId="{BD306F88-8B1D-985A-6338-60AE09380B24}"/>
          </ac:cxnSpMkLst>
        </pc:cxnChg>
        <pc:cxnChg chg="del">
          <ac:chgData name="Zhixiao Lin" userId="fe3b3fb158d6e867" providerId="LiveId" clId="{B363D232-7C3D-48C8-9224-65FB6AC97B14}" dt="2023-05-16T06:34:27.131" v="3069" actId="478"/>
          <ac:cxnSpMkLst>
            <pc:docMk/>
            <pc:sldMk cId="436086276" sldId="274"/>
            <ac:cxnSpMk id="16" creationId="{716C60B3-81E6-BDA3-7DD5-1376D0BFB6BF}"/>
          </ac:cxnSpMkLst>
        </pc:cxnChg>
        <pc:cxnChg chg="del">
          <ac:chgData name="Zhixiao Lin" userId="fe3b3fb158d6e867" providerId="LiveId" clId="{B363D232-7C3D-48C8-9224-65FB6AC97B14}" dt="2023-05-16T06:34:28.163" v="3070" actId="478"/>
          <ac:cxnSpMkLst>
            <pc:docMk/>
            <pc:sldMk cId="436086276" sldId="274"/>
            <ac:cxnSpMk id="18" creationId="{58F4575D-5D6F-0F6D-A2E7-65558CFD825F}"/>
          </ac:cxnSpMkLst>
        </pc:cxnChg>
      </pc:sldChg>
      <pc:sldChg chg="delSp modSp mod">
        <pc:chgData name="Zhixiao Lin" userId="fe3b3fb158d6e867" providerId="LiveId" clId="{B363D232-7C3D-48C8-9224-65FB6AC97B14}" dt="2023-05-16T06:27:11.841" v="2486" actId="478"/>
        <pc:sldMkLst>
          <pc:docMk/>
          <pc:sldMk cId="3287903680" sldId="278"/>
        </pc:sldMkLst>
        <pc:spChg chg="mod">
          <ac:chgData name="Zhixiao Lin" userId="fe3b3fb158d6e867" providerId="LiveId" clId="{B363D232-7C3D-48C8-9224-65FB6AC97B14}" dt="2023-05-16T06:22:57.617" v="2347" actId="20577"/>
          <ac:spMkLst>
            <pc:docMk/>
            <pc:sldMk cId="3287903680" sldId="278"/>
            <ac:spMk id="2" creationId="{619F56A6-A0B7-4AD3-A4A4-9522F249B031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3" creationId="{073E21D0-345E-5B9C-AF37-50F33496575E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5" creationId="{CA0E0970-0ACA-4DD6-7758-172759A48F43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6" creationId="{42D4283E-80D4-4BDF-5BC1-F30DD77A6960}"/>
          </ac:spMkLst>
        </pc:spChg>
        <pc:spChg chg="del">
          <ac:chgData name="Zhixiao Lin" userId="fe3b3fb158d6e867" providerId="LiveId" clId="{B363D232-7C3D-48C8-9224-65FB6AC97B14}" dt="2023-05-16T06:27:11.841" v="2486" actId="478"/>
          <ac:spMkLst>
            <pc:docMk/>
            <pc:sldMk cId="3287903680" sldId="278"/>
            <ac:spMk id="7" creationId="{23FC7AC8-C1FF-4125-99AB-29C9CC00146C}"/>
          </ac:spMkLst>
        </pc:spChg>
        <pc:spChg chg="del mod">
          <ac:chgData name="Zhixiao Lin" userId="fe3b3fb158d6e867" providerId="LiveId" clId="{B363D232-7C3D-48C8-9224-65FB6AC97B14}" dt="2023-05-16T06:27:09.857" v="2485" actId="478"/>
          <ac:spMkLst>
            <pc:docMk/>
            <pc:sldMk cId="3287903680" sldId="278"/>
            <ac:spMk id="8" creationId="{CCF3BEB4-74AE-46AA-B4D6-F74D0D1815C9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10" creationId="{2CAF2C50-2447-4AD5-4BF4-C05F34037B6B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11" creationId="{C3F1CF14-6824-39D3-2704-0F5090AFFF71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12" creationId="{FCEB0301-78BC-1A90-A731-845BB2D70DDD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13" creationId="{F7961D33-847C-B453-839A-4D7260007CAC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14" creationId="{5D65C781-A199-1A47-6325-F29658A949BB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15" creationId="{229C540D-5229-FF34-FCF3-4809FF4587D7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16" creationId="{0B75BC3F-88A6-DF3C-9585-BA29D2C623A1}"/>
          </ac:spMkLst>
        </pc:spChg>
        <pc:spChg chg="mod">
          <ac:chgData name="Zhixiao Lin" userId="fe3b3fb158d6e867" providerId="LiveId" clId="{B363D232-7C3D-48C8-9224-65FB6AC97B14}" dt="2023-05-16T06:24:33.500" v="2351" actId="1076"/>
          <ac:spMkLst>
            <pc:docMk/>
            <pc:sldMk cId="3287903680" sldId="278"/>
            <ac:spMk id="17" creationId="{67BB2827-4938-0BDA-A026-9314FEBEE6EF}"/>
          </ac:spMkLst>
        </pc:spChg>
      </pc:sldChg>
      <pc:sldChg chg="delSp mod">
        <pc:chgData name="Zhixiao Lin" userId="fe3b3fb158d6e867" providerId="LiveId" clId="{B363D232-7C3D-48C8-9224-65FB6AC97B14}" dt="2023-05-16T06:27:35.339" v="2487" actId="478"/>
        <pc:sldMkLst>
          <pc:docMk/>
          <pc:sldMk cId="322742985" sldId="279"/>
        </pc:sldMkLst>
        <pc:spChg chg="del">
          <ac:chgData name="Zhixiao Lin" userId="fe3b3fb158d6e867" providerId="LiveId" clId="{B363D232-7C3D-48C8-9224-65FB6AC97B14}" dt="2023-05-16T06:27:35.339" v="2487" actId="478"/>
          <ac:spMkLst>
            <pc:docMk/>
            <pc:sldMk cId="322742985" sldId="279"/>
            <ac:spMk id="8" creationId="{CCF3BEB4-74AE-46AA-B4D6-F74D0D1815C9}"/>
          </ac:spMkLst>
        </pc:spChg>
      </pc:sldChg>
      <pc:sldChg chg="modSp mod">
        <pc:chgData name="Zhixiao Lin" userId="fe3b3fb158d6e867" providerId="LiveId" clId="{B363D232-7C3D-48C8-9224-65FB6AC97B14}" dt="2023-05-16T06:26:05.101" v="2482" actId="20577"/>
        <pc:sldMkLst>
          <pc:docMk/>
          <pc:sldMk cId="1067704233" sldId="280"/>
        </pc:sldMkLst>
        <pc:spChg chg="mod">
          <ac:chgData name="Zhixiao Lin" userId="fe3b3fb158d6e867" providerId="LiveId" clId="{B363D232-7C3D-48C8-9224-65FB6AC97B14}" dt="2023-05-16T06:22:39.086" v="2341" actId="14100"/>
          <ac:spMkLst>
            <pc:docMk/>
            <pc:sldMk cId="1067704233" sldId="280"/>
            <ac:spMk id="5" creationId="{763DC0CE-ABBB-D7AC-191E-7605F4C025E3}"/>
          </ac:spMkLst>
        </pc:spChg>
        <pc:spChg chg="mod">
          <ac:chgData name="Zhixiao Lin" userId="fe3b3fb158d6e867" providerId="LiveId" clId="{B363D232-7C3D-48C8-9224-65FB6AC97B14}" dt="2023-05-16T06:26:05.101" v="2482" actId="20577"/>
          <ac:spMkLst>
            <pc:docMk/>
            <pc:sldMk cId="1067704233" sldId="280"/>
            <ac:spMk id="6" creationId="{F747A1BC-54C8-F293-ACC2-ED1289792638}"/>
          </ac:spMkLst>
        </pc:spChg>
      </pc:sldChg>
      <pc:sldChg chg="delSp modSp mod">
        <pc:chgData name="Zhixiao Lin" userId="fe3b3fb158d6e867" providerId="LiveId" clId="{B363D232-7C3D-48C8-9224-65FB6AC97B14}" dt="2023-05-16T06:27:51.045" v="2489" actId="478"/>
        <pc:sldMkLst>
          <pc:docMk/>
          <pc:sldMk cId="980623922" sldId="284"/>
        </pc:sldMkLst>
        <pc:spChg chg="del">
          <ac:chgData name="Zhixiao Lin" userId="fe3b3fb158d6e867" providerId="LiveId" clId="{B363D232-7C3D-48C8-9224-65FB6AC97B14}" dt="2023-05-16T06:27:51.045" v="2489" actId="478"/>
          <ac:spMkLst>
            <pc:docMk/>
            <pc:sldMk cId="980623922" sldId="284"/>
            <ac:spMk id="8" creationId="{CCF3BEB4-74AE-46AA-B4D6-F74D0D1815C9}"/>
          </ac:spMkLst>
        </pc:spChg>
        <pc:spChg chg="mod">
          <ac:chgData name="Zhixiao Lin" userId="fe3b3fb158d6e867" providerId="LiveId" clId="{B363D232-7C3D-48C8-9224-65FB6AC97B14}" dt="2023-05-16T06:27:44.508" v="2488" actId="14100"/>
          <ac:spMkLst>
            <pc:docMk/>
            <pc:sldMk cId="980623922" sldId="284"/>
            <ac:spMk id="18" creationId="{D2C56548-8E4A-C834-1D72-24FEF35AEC5C}"/>
          </ac:spMkLst>
        </pc:spChg>
      </pc:sldChg>
      <pc:sldChg chg="delSp modSp mod">
        <pc:chgData name="Zhixiao Lin" userId="fe3b3fb158d6e867" providerId="LiveId" clId="{B363D232-7C3D-48C8-9224-65FB6AC97B14}" dt="2023-05-16T06:28:27.789" v="2494" actId="20577"/>
        <pc:sldMkLst>
          <pc:docMk/>
          <pc:sldMk cId="1436491197" sldId="285"/>
        </pc:sldMkLst>
        <pc:spChg chg="del">
          <ac:chgData name="Zhixiao Lin" userId="fe3b3fb158d6e867" providerId="LiveId" clId="{B363D232-7C3D-48C8-9224-65FB6AC97B14}" dt="2023-05-16T06:27:56.127" v="2490" actId="478"/>
          <ac:spMkLst>
            <pc:docMk/>
            <pc:sldMk cId="1436491197" sldId="285"/>
            <ac:spMk id="8" creationId="{CCF3BEB4-74AE-46AA-B4D6-F74D0D1815C9}"/>
          </ac:spMkLst>
        </pc:spChg>
        <pc:spChg chg="mod">
          <ac:chgData name="Zhixiao Lin" userId="fe3b3fb158d6e867" providerId="LiveId" clId="{B363D232-7C3D-48C8-9224-65FB6AC97B14}" dt="2023-05-16T06:28:27.789" v="2494" actId="20577"/>
          <ac:spMkLst>
            <pc:docMk/>
            <pc:sldMk cId="1436491197" sldId="285"/>
            <ac:spMk id="22" creationId="{C33D48A5-29F0-51C4-CB79-B1202642C57F}"/>
          </ac:spMkLst>
        </pc:spChg>
      </pc:sldChg>
      <pc:sldChg chg="addSp delSp modSp mod">
        <pc:chgData name="Zhixiao Lin" userId="fe3b3fb158d6e867" providerId="LiveId" clId="{B363D232-7C3D-48C8-9224-65FB6AC97B14}" dt="2023-05-16T07:21:12.428" v="4153" actId="255"/>
        <pc:sldMkLst>
          <pc:docMk/>
          <pc:sldMk cId="2043113173" sldId="286"/>
        </pc:sldMkLst>
        <pc:spChg chg="mod">
          <ac:chgData name="Zhixiao Lin" userId="fe3b3fb158d6e867" providerId="LiveId" clId="{B363D232-7C3D-48C8-9224-65FB6AC97B14}" dt="2023-05-16T07:20:00.046" v="4082" actId="20577"/>
          <ac:spMkLst>
            <pc:docMk/>
            <pc:sldMk cId="2043113173" sldId="286"/>
            <ac:spMk id="2" creationId="{619F56A6-A0B7-4AD3-A4A4-9522F249B031}"/>
          </ac:spMkLst>
        </pc:spChg>
        <pc:spChg chg="add mod">
          <ac:chgData name="Zhixiao Lin" userId="fe3b3fb158d6e867" providerId="LiveId" clId="{B363D232-7C3D-48C8-9224-65FB6AC97B14}" dt="2023-05-16T07:09:16.887" v="4068" actId="20577"/>
          <ac:spMkLst>
            <pc:docMk/>
            <pc:sldMk cId="2043113173" sldId="286"/>
            <ac:spMk id="3" creationId="{F62E244C-ACA9-FFDA-0D09-0CC12B4D2721}"/>
          </ac:spMkLst>
        </pc:spChg>
        <pc:spChg chg="add mod">
          <ac:chgData name="Zhixiao Lin" userId="fe3b3fb158d6e867" providerId="LiveId" clId="{B363D232-7C3D-48C8-9224-65FB6AC97B14}" dt="2023-05-16T07:21:12.428" v="4153" actId="255"/>
          <ac:spMkLst>
            <pc:docMk/>
            <pc:sldMk cId="2043113173" sldId="286"/>
            <ac:spMk id="4" creationId="{1CB1E6C0-EDC7-A4BD-E484-6935F2B96D66}"/>
          </ac:spMkLst>
        </pc:spChg>
        <pc:spChg chg="mod">
          <ac:chgData name="Zhixiao Lin" userId="fe3b3fb158d6e867" providerId="LiveId" clId="{B363D232-7C3D-48C8-9224-65FB6AC97B14}" dt="2023-05-16T06:15:42.823" v="1814" actId="1076"/>
          <ac:spMkLst>
            <pc:docMk/>
            <pc:sldMk cId="2043113173" sldId="286"/>
            <ac:spMk id="5" creationId="{F1A18BEA-BE11-D77B-90F0-7A41D3C643D0}"/>
          </ac:spMkLst>
        </pc:spChg>
        <pc:spChg chg="mod">
          <ac:chgData name="Zhixiao Lin" userId="fe3b3fb158d6e867" providerId="LiveId" clId="{B363D232-7C3D-48C8-9224-65FB6AC97B14}" dt="2023-05-16T06:15:39.232" v="1813" actId="1076"/>
          <ac:spMkLst>
            <pc:docMk/>
            <pc:sldMk cId="2043113173" sldId="286"/>
            <ac:spMk id="7" creationId="{4071C2AC-3B8D-E6CD-E64C-79AD8BBF7730}"/>
          </ac:spMkLst>
        </pc:spChg>
        <pc:spChg chg="del">
          <ac:chgData name="Zhixiao Lin" userId="fe3b3fb158d6e867" providerId="LiveId" clId="{B363D232-7C3D-48C8-9224-65FB6AC97B14}" dt="2023-05-16T06:18:51.373" v="2189" actId="478"/>
          <ac:spMkLst>
            <pc:docMk/>
            <pc:sldMk cId="2043113173" sldId="286"/>
            <ac:spMk id="8" creationId="{CCF3BEB4-74AE-46AA-B4D6-F74D0D1815C9}"/>
          </ac:spMkLst>
        </pc:spChg>
        <pc:spChg chg="mod">
          <ac:chgData name="Zhixiao Lin" userId="fe3b3fb158d6e867" providerId="LiveId" clId="{B363D232-7C3D-48C8-9224-65FB6AC97B14}" dt="2023-05-16T06:18:09.674" v="2109" actId="14100"/>
          <ac:spMkLst>
            <pc:docMk/>
            <pc:sldMk cId="2043113173" sldId="286"/>
            <ac:spMk id="14" creationId="{94EFBC51-63C9-81E3-0433-CC92FE70B2F1}"/>
          </ac:spMkLst>
        </pc:spChg>
      </pc:sldChg>
      <pc:sldChg chg="addSp delSp modSp mod">
        <pc:chgData name="Zhixiao Lin" userId="fe3b3fb158d6e867" providerId="LiveId" clId="{B363D232-7C3D-48C8-9224-65FB6AC97B14}" dt="2023-05-16T07:03:43.396" v="3968" actId="14100"/>
        <pc:sldMkLst>
          <pc:docMk/>
          <pc:sldMk cId="3725996240" sldId="287"/>
        </pc:sldMkLst>
        <pc:spChg chg="mod">
          <ac:chgData name="Zhixiao Lin" userId="fe3b3fb158d6e867" providerId="LiveId" clId="{B363D232-7C3D-48C8-9224-65FB6AC97B14}" dt="2023-05-16T07:02:53.519" v="3903" actId="20577"/>
          <ac:spMkLst>
            <pc:docMk/>
            <pc:sldMk cId="3725996240" sldId="287"/>
            <ac:spMk id="2" creationId="{619F56A6-A0B7-4AD3-A4A4-9522F249B031}"/>
          </ac:spMkLst>
        </pc:spChg>
        <pc:spChg chg="add mod">
          <ac:chgData name="Zhixiao Lin" userId="fe3b3fb158d6e867" providerId="LiveId" clId="{B363D232-7C3D-48C8-9224-65FB6AC97B14}" dt="2023-05-16T07:02:35.171" v="3889" actId="1076"/>
          <ac:spMkLst>
            <pc:docMk/>
            <pc:sldMk cId="3725996240" sldId="287"/>
            <ac:spMk id="4" creationId="{00BC4FA1-FA85-8D39-06A5-5E0956FA1D39}"/>
          </ac:spMkLst>
        </pc:spChg>
        <pc:spChg chg="add mod">
          <ac:chgData name="Zhixiao Lin" userId="fe3b3fb158d6e867" providerId="LiveId" clId="{B363D232-7C3D-48C8-9224-65FB6AC97B14}" dt="2023-05-16T07:03:30.916" v="3966" actId="20577"/>
          <ac:spMkLst>
            <pc:docMk/>
            <pc:sldMk cId="3725996240" sldId="287"/>
            <ac:spMk id="6" creationId="{B2ECD424-4FC8-6FA1-FF2D-B4BA4DFB62F0}"/>
          </ac:spMkLst>
        </pc:spChg>
        <pc:spChg chg="del mod">
          <ac:chgData name="Zhixiao Lin" userId="fe3b3fb158d6e867" providerId="LiveId" clId="{B363D232-7C3D-48C8-9224-65FB6AC97B14}" dt="2023-05-16T07:02:21.545" v="3885" actId="478"/>
          <ac:spMkLst>
            <pc:docMk/>
            <pc:sldMk cId="3725996240" sldId="287"/>
            <ac:spMk id="8" creationId="{5104E76E-6BB1-FD62-B0A1-578EA99602E8}"/>
          </ac:spMkLst>
        </pc:spChg>
        <pc:spChg chg="del">
          <ac:chgData name="Zhixiao Lin" userId="fe3b3fb158d6e867" providerId="LiveId" clId="{B363D232-7C3D-48C8-9224-65FB6AC97B14}" dt="2023-05-16T05:53:52.453" v="57" actId="478"/>
          <ac:spMkLst>
            <pc:docMk/>
            <pc:sldMk cId="3725996240" sldId="287"/>
            <ac:spMk id="10" creationId="{E0E3365B-D278-7097-CDF9-25DBDC21392B}"/>
          </ac:spMkLst>
        </pc:spChg>
        <pc:spChg chg="del">
          <ac:chgData name="Zhixiao Lin" userId="fe3b3fb158d6e867" providerId="LiveId" clId="{B363D232-7C3D-48C8-9224-65FB6AC97B14}" dt="2023-05-16T05:53:48.685" v="55" actId="478"/>
          <ac:spMkLst>
            <pc:docMk/>
            <pc:sldMk cId="3725996240" sldId="287"/>
            <ac:spMk id="12" creationId="{C83CB131-19EA-DFCC-EFB6-929DF06E6621}"/>
          </ac:spMkLst>
        </pc:spChg>
        <pc:spChg chg="del">
          <ac:chgData name="Zhixiao Lin" userId="fe3b3fb158d6e867" providerId="LiveId" clId="{B363D232-7C3D-48C8-9224-65FB6AC97B14}" dt="2023-05-16T05:53:53.813" v="58" actId="478"/>
          <ac:spMkLst>
            <pc:docMk/>
            <pc:sldMk cId="3725996240" sldId="287"/>
            <ac:spMk id="13" creationId="{445E8276-6EFC-2051-AAF2-FECDA68A4BDE}"/>
          </ac:spMkLst>
        </pc:spChg>
        <pc:spChg chg="del">
          <ac:chgData name="Zhixiao Lin" userId="fe3b3fb158d6e867" providerId="LiveId" clId="{B363D232-7C3D-48C8-9224-65FB6AC97B14}" dt="2023-05-16T05:53:50.389" v="56" actId="478"/>
          <ac:spMkLst>
            <pc:docMk/>
            <pc:sldMk cId="3725996240" sldId="287"/>
            <ac:spMk id="14" creationId="{B21D2E35-D498-6312-5859-310E4A9C4296}"/>
          </ac:spMkLst>
        </pc:spChg>
        <pc:graphicFrameChg chg="add del mod">
          <ac:chgData name="Zhixiao Lin" userId="fe3b3fb158d6e867" providerId="LiveId" clId="{B363D232-7C3D-48C8-9224-65FB6AC97B14}" dt="2023-05-16T07:00:47.242" v="3876" actId="478"/>
          <ac:graphicFrameMkLst>
            <pc:docMk/>
            <pc:sldMk cId="3725996240" sldId="287"/>
            <ac:graphicFrameMk id="3" creationId="{C0CBB766-B4D5-E388-4DFC-EF2F8A7AEEB4}"/>
          </ac:graphicFrameMkLst>
        </pc:graphicFrameChg>
        <pc:picChg chg="mod">
          <ac:chgData name="Zhixiao Lin" userId="fe3b3fb158d6e867" providerId="LiveId" clId="{B363D232-7C3D-48C8-9224-65FB6AC97B14}" dt="2023-05-16T07:03:43.396" v="3968" actId="14100"/>
          <ac:picMkLst>
            <pc:docMk/>
            <pc:sldMk cId="3725996240" sldId="287"/>
            <ac:picMk id="5" creationId="{FE5BDEF7-E28D-B6FC-9EF6-6BAC13AC32BD}"/>
          </ac:picMkLst>
        </pc:picChg>
        <pc:picChg chg="del">
          <ac:chgData name="Zhixiao Lin" userId="fe3b3fb158d6e867" providerId="LiveId" clId="{B363D232-7C3D-48C8-9224-65FB6AC97B14}" dt="2023-05-16T05:53:46.868" v="54" actId="478"/>
          <ac:picMkLst>
            <pc:docMk/>
            <pc:sldMk cId="3725996240" sldId="287"/>
            <ac:picMk id="6" creationId="{66A60E81-65D1-DAB0-BA8B-532E9CF2AC56}"/>
          </ac:picMkLst>
        </pc:picChg>
      </pc:sldChg>
      <pc:sldChg chg="addSp delSp modSp mod">
        <pc:chgData name="Zhixiao Lin" userId="fe3b3fb158d6e867" providerId="LiveId" clId="{B363D232-7C3D-48C8-9224-65FB6AC97B14}" dt="2023-05-16T06:02:27.520" v="324" actId="20577"/>
        <pc:sldMkLst>
          <pc:docMk/>
          <pc:sldMk cId="2030574070" sldId="293"/>
        </pc:sldMkLst>
        <pc:spChg chg="mod">
          <ac:chgData name="Zhixiao Lin" userId="fe3b3fb158d6e867" providerId="LiveId" clId="{B363D232-7C3D-48C8-9224-65FB6AC97B14}" dt="2023-05-16T05:57:09.743" v="155" actId="1076"/>
          <ac:spMkLst>
            <pc:docMk/>
            <pc:sldMk cId="2030574070" sldId="293"/>
            <ac:spMk id="2" creationId="{535FC758-87FE-9EEC-AA70-D8B55593D448}"/>
          </ac:spMkLst>
        </pc:spChg>
        <pc:spChg chg="add mod">
          <ac:chgData name="Zhixiao Lin" userId="fe3b3fb158d6e867" providerId="LiveId" clId="{B363D232-7C3D-48C8-9224-65FB6AC97B14}" dt="2023-05-16T06:01:40.619" v="294" actId="14100"/>
          <ac:spMkLst>
            <pc:docMk/>
            <pc:sldMk cId="2030574070" sldId="293"/>
            <ac:spMk id="4" creationId="{17192068-1C44-2B89-C3D3-5C50BCC23B7D}"/>
          </ac:spMkLst>
        </pc:spChg>
        <pc:spChg chg="mod">
          <ac:chgData name="Zhixiao Lin" userId="fe3b3fb158d6e867" providerId="LiveId" clId="{B363D232-7C3D-48C8-9224-65FB6AC97B14}" dt="2023-05-16T06:01:55.933" v="318" actId="20577"/>
          <ac:spMkLst>
            <pc:docMk/>
            <pc:sldMk cId="2030574070" sldId="293"/>
            <ac:spMk id="6" creationId="{9DD41707-B517-BD53-A7E1-008E16D7DA29}"/>
          </ac:spMkLst>
        </pc:spChg>
        <pc:spChg chg="del">
          <ac:chgData name="Zhixiao Lin" userId="fe3b3fb158d6e867" providerId="LiveId" clId="{B363D232-7C3D-48C8-9224-65FB6AC97B14}" dt="2023-05-16T05:59:37.456" v="225" actId="478"/>
          <ac:spMkLst>
            <pc:docMk/>
            <pc:sldMk cId="2030574070" sldId="293"/>
            <ac:spMk id="8" creationId="{32948763-8E88-B922-93B4-6206B6593DA3}"/>
          </ac:spMkLst>
        </pc:spChg>
        <pc:spChg chg="mod">
          <ac:chgData name="Zhixiao Lin" userId="fe3b3fb158d6e867" providerId="LiveId" clId="{B363D232-7C3D-48C8-9224-65FB6AC97B14}" dt="2023-05-16T06:02:27.520" v="324" actId="20577"/>
          <ac:spMkLst>
            <pc:docMk/>
            <pc:sldMk cId="2030574070" sldId="293"/>
            <ac:spMk id="10" creationId="{B52F9766-931E-D76D-5845-C572FE0298AA}"/>
          </ac:spMkLst>
        </pc:spChg>
        <pc:picChg chg="del mod">
          <ac:chgData name="Zhixiao Lin" userId="fe3b3fb158d6e867" providerId="LiveId" clId="{B363D232-7C3D-48C8-9224-65FB6AC97B14}" dt="2023-05-16T06:02:10.937" v="319" actId="478"/>
          <ac:picMkLst>
            <pc:docMk/>
            <pc:sldMk cId="2030574070" sldId="293"/>
            <ac:picMk id="5" creationId="{B99AEA94-4ADB-1934-A0FE-A2A209F143A4}"/>
          </ac:picMkLst>
        </pc:picChg>
        <pc:picChg chg="add mod">
          <ac:chgData name="Zhixiao Lin" userId="fe3b3fb158d6e867" providerId="LiveId" clId="{B363D232-7C3D-48C8-9224-65FB6AC97B14}" dt="2023-05-16T06:02:21.111" v="323" actId="1076"/>
          <ac:picMkLst>
            <pc:docMk/>
            <pc:sldMk cId="2030574070" sldId="293"/>
            <ac:picMk id="7" creationId="{B1EDAAE0-37CE-959A-85F7-92929FB58059}"/>
          </ac:picMkLst>
        </pc:picChg>
        <pc:picChg chg="mod">
          <ac:chgData name="Zhixiao Lin" userId="fe3b3fb158d6e867" providerId="LiveId" clId="{B363D232-7C3D-48C8-9224-65FB6AC97B14}" dt="2023-05-16T05:59:46.016" v="227" actId="1076"/>
          <ac:picMkLst>
            <pc:docMk/>
            <pc:sldMk cId="2030574070" sldId="293"/>
            <ac:picMk id="13" creationId="{E76DC803-7564-E2F5-8337-4F3821B8A731}"/>
          </ac:picMkLst>
        </pc:picChg>
        <pc:picChg chg="del">
          <ac:chgData name="Zhixiao Lin" userId="fe3b3fb158d6e867" providerId="LiveId" clId="{B363D232-7C3D-48C8-9224-65FB6AC97B14}" dt="2023-05-16T05:59:34.936" v="224" actId="478"/>
          <ac:picMkLst>
            <pc:docMk/>
            <pc:sldMk cId="2030574070" sldId="293"/>
            <ac:picMk id="15" creationId="{4354A7B2-7A64-2938-09E4-ED6997E02BD4}"/>
          </ac:picMkLst>
        </pc:picChg>
      </pc:sldChg>
      <pc:sldChg chg="delSp modSp mod">
        <pc:chgData name="Zhixiao Lin" userId="fe3b3fb158d6e867" providerId="LiveId" clId="{B363D232-7C3D-48C8-9224-65FB6AC97B14}" dt="2023-05-16T06:32:49.213" v="3055" actId="20577"/>
        <pc:sldMkLst>
          <pc:docMk/>
          <pc:sldMk cId="1529245903" sldId="294"/>
        </pc:sldMkLst>
        <pc:spChg chg="mod">
          <ac:chgData name="Zhixiao Lin" userId="fe3b3fb158d6e867" providerId="LiveId" clId="{B363D232-7C3D-48C8-9224-65FB6AC97B14}" dt="2023-05-16T06:28:54.095" v="2509" actId="20577"/>
          <ac:spMkLst>
            <pc:docMk/>
            <pc:sldMk cId="1529245903" sldId="294"/>
            <ac:spMk id="2" creationId="{619F56A6-A0B7-4AD3-A4A4-9522F249B031}"/>
          </ac:spMkLst>
        </pc:spChg>
        <pc:spChg chg="mod">
          <ac:chgData name="Zhixiao Lin" userId="fe3b3fb158d6e867" providerId="LiveId" clId="{B363D232-7C3D-48C8-9224-65FB6AC97B14}" dt="2023-05-16T06:32:49.213" v="3055" actId="20577"/>
          <ac:spMkLst>
            <pc:docMk/>
            <pc:sldMk cId="1529245903" sldId="294"/>
            <ac:spMk id="23" creationId="{AF8F57C9-2DD1-40DF-F73B-00C7004ED777}"/>
          </ac:spMkLst>
        </pc:spChg>
        <pc:picChg chg="del">
          <ac:chgData name="Zhixiao Lin" userId="fe3b3fb158d6e867" providerId="LiveId" clId="{B363D232-7C3D-48C8-9224-65FB6AC97B14}" dt="2023-05-16T06:29:19.091" v="2510" actId="478"/>
          <ac:picMkLst>
            <pc:docMk/>
            <pc:sldMk cId="1529245903" sldId="294"/>
            <ac:picMk id="21" creationId="{EBEBA1EE-851A-1B46-D1FD-2AAF6610D744}"/>
          </ac:picMkLst>
        </pc:picChg>
      </pc:sldChg>
      <pc:sldChg chg="addSp delSp modSp mod">
        <pc:chgData name="Zhixiao Lin" userId="fe3b3fb158d6e867" providerId="LiveId" clId="{B363D232-7C3D-48C8-9224-65FB6AC97B14}" dt="2023-05-16T09:17:18.916" v="4271" actId="14100"/>
        <pc:sldMkLst>
          <pc:docMk/>
          <pc:sldMk cId="486076038" sldId="295"/>
        </pc:sldMkLst>
        <pc:spChg chg="del">
          <ac:chgData name="Zhixiao Lin" userId="fe3b3fb158d6e867" providerId="LiveId" clId="{B363D232-7C3D-48C8-9224-65FB6AC97B14}" dt="2023-05-16T06:37:42.733" v="3519" actId="478"/>
          <ac:spMkLst>
            <pc:docMk/>
            <pc:sldMk cId="486076038" sldId="295"/>
            <ac:spMk id="4" creationId="{DFFA8F6C-85B2-40F8-9392-16F12DC2D8CA}"/>
          </ac:spMkLst>
        </pc:spChg>
        <pc:spChg chg="mod">
          <ac:chgData name="Zhixiao Lin" userId="fe3b3fb158d6e867" providerId="LiveId" clId="{B363D232-7C3D-48C8-9224-65FB6AC97B14}" dt="2023-05-16T06:38:00.477" v="3523" actId="255"/>
          <ac:spMkLst>
            <pc:docMk/>
            <pc:sldMk cId="486076038" sldId="295"/>
            <ac:spMk id="5" creationId="{B32F8EAF-E302-1C46-84F1-F6BCD59B5E34}"/>
          </ac:spMkLst>
        </pc:spChg>
        <pc:spChg chg="add del mod">
          <ac:chgData name="Zhixiao Lin" userId="fe3b3fb158d6e867" providerId="LiveId" clId="{B363D232-7C3D-48C8-9224-65FB6AC97B14}" dt="2023-05-16T06:37:45.254" v="3520" actId="478"/>
          <ac:spMkLst>
            <pc:docMk/>
            <pc:sldMk cId="486076038" sldId="295"/>
            <ac:spMk id="8" creationId="{02787740-09C8-F78B-6E4B-D77635F38244}"/>
          </ac:spMkLst>
        </pc:spChg>
        <pc:spChg chg="add mod">
          <ac:chgData name="Zhixiao Lin" userId="fe3b3fb158d6e867" providerId="LiveId" clId="{B363D232-7C3D-48C8-9224-65FB6AC97B14}" dt="2023-05-16T09:14:18.739" v="4263" actId="14100"/>
          <ac:spMkLst>
            <pc:docMk/>
            <pc:sldMk cId="486076038" sldId="295"/>
            <ac:spMk id="8" creationId="{76F8D399-4B63-5BA2-C153-59008D80E074}"/>
          </ac:spMkLst>
        </pc:spChg>
        <pc:spChg chg="add mod">
          <ac:chgData name="Zhixiao Lin" userId="fe3b3fb158d6e867" providerId="LiveId" clId="{B363D232-7C3D-48C8-9224-65FB6AC97B14}" dt="2023-05-16T09:14:11.483" v="4261" actId="1076"/>
          <ac:spMkLst>
            <pc:docMk/>
            <pc:sldMk cId="486076038" sldId="295"/>
            <ac:spMk id="12" creationId="{43D69E02-BD76-E514-A5F4-3C060B48E2A7}"/>
          </ac:spMkLst>
        </pc:spChg>
        <pc:spChg chg="add mod">
          <ac:chgData name="Zhixiao Lin" userId="fe3b3fb158d6e867" providerId="LiveId" clId="{B363D232-7C3D-48C8-9224-65FB6AC97B14}" dt="2023-05-16T09:12:53.221" v="4238" actId="14100"/>
          <ac:spMkLst>
            <pc:docMk/>
            <pc:sldMk cId="486076038" sldId="295"/>
            <ac:spMk id="22" creationId="{FA72D690-1640-5CFF-7F9C-B0DBBFEA066A}"/>
          </ac:spMkLst>
        </pc:spChg>
        <pc:spChg chg="del mod">
          <ac:chgData name="Zhixiao Lin" userId="fe3b3fb158d6e867" providerId="LiveId" clId="{B363D232-7C3D-48C8-9224-65FB6AC97B14}" dt="2023-05-16T09:10:33.874" v="4163"/>
          <ac:spMkLst>
            <pc:docMk/>
            <pc:sldMk cId="486076038" sldId="295"/>
            <ac:spMk id="25" creationId="{0E24B4CC-E100-9226-163A-B954B7AF054E}"/>
          </ac:spMkLst>
        </pc:spChg>
        <pc:spChg chg="mod">
          <ac:chgData name="Zhixiao Lin" userId="fe3b3fb158d6e867" providerId="LiveId" clId="{B363D232-7C3D-48C8-9224-65FB6AC97B14}" dt="2023-05-16T09:10:27.027" v="4161" actId="14100"/>
          <ac:spMkLst>
            <pc:docMk/>
            <pc:sldMk cId="486076038" sldId="295"/>
            <ac:spMk id="27" creationId="{5A5090D6-1D89-7B35-B62E-AAED11AAC0EE}"/>
          </ac:spMkLst>
        </pc:spChg>
        <pc:picChg chg="add mod">
          <ac:chgData name="Zhixiao Lin" userId="fe3b3fb158d6e867" providerId="LiveId" clId="{B363D232-7C3D-48C8-9224-65FB6AC97B14}" dt="2023-05-16T09:13:54.540" v="4260" actId="1076"/>
          <ac:picMkLst>
            <pc:docMk/>
            <pc:sldMk cId="486076038" sldId="295"/>
            <ac:picMk id="4" creationId="{716DD8E5-6B45-8084-9E29-6A28EB5A0691}"/>
          </ac:picMkLst>
        </pc:picChg>
        <pc:picChg chg="mod">
          <ac:chgData name="Zhixiao Lin" userId="fe3b3fb158d6e867" providerId="LiveId" clId="{B363D232-7C3D-48C8-9224-65FB6AC97B14}" dt="2023-05-16T09:13:18.608" v="4239" actId="1076"/>
          <ac:picMkLst>
            <pc:docMk/>
            <pc:sldMk cId="486076038" sldId="295"/>
            <ac:picMk id="6" creationId="{93D30A87-AF31-5FC7-8F63-D9CB59083909}"/>
          </ac:picMkLst>
        </pc:picChg>
        <pc:picChg chg="del mod">
          <ac:chgData name="Zhixiao Lin" userId="fe3b3fb158d6e867" providerId="LiveId" clId="{B363D232-7C3D-48C8-9224-65FB6AC97B14}" dt="2023-05-16T09:16:06.584" v="4264" actId="478"/>
          <ac:picMkLst>
            <pc:docMk/>
            <pc:sldMk cId="486076038" sldId="295"/>
            <ac:picMk id="7" creationId="{2DEBB4E1-6553-3AFC-2B96-208C4497F2FE}"/>
          </ac:picMkLst>
        </pc:picChg>
        <pc:picChg chg="del mod">
          <ac:chgData name="Zhixiao Lin" userId="fe3b3fb158d6e867" providerId="LiveId" clId="{B363D232-7C3D-48C8-9224-65FB6AC97B14}" dt="2023-05-16T09:16:21.162" v="4266" actId="478"/>
          <ac:picMkLst>
            <pc:docMk/>
            <pc:sldMk cId="486076038" sldId="295"/>
            <ac:picMk id="13" creationId="{81926449-4C36-F2D0-B81A-39CA39E10241}"/>
          </ac:picMkLst>
        </pc:picChg>
        <pc:picChg chg="mod">
          <ac:chgData name="Zhixiao Lin" userId="fe3b3fb158d6e867" providerId="LiveId" clId="{B363D232-7C3D-48C8-9224-65FB6AC97B14}" dt="2023-05-16T09:17:12.507" v="4270" actId="1076"/>
          <ac:picMkLst>
            <pc:docMk/>
            <pc:sldMk cId="486076038" sldId="295"/>
            <ac:picMk id="15" creationId="{DCDD03B4-EA68-7012-97F0-EE9554EBD9EB}"/>
          </ac:picMkLst>
        </pc:picChg>
        <pc:cxnChg chg="mod">
          <ac:chgData name="Zhixiao Lin" userId="fe3b3fb158d6e867" providerId="LiveId" clId="{B363D232-7C3D-48C8-9224-65FB6AC97B14}" dt="2023-05-16T09:13:18.608" v="4239" actId="1076"/>
          <ac:cxnSpMkLst>
            <pc:docMk/>
            <pc:sldMk cId="486076038" sldId="295"/>
            <ac:cxnSpMk id="10" creationId="{369FCF04-8856-0F5A-F4D8-5A22828FDFC9}"/>
          </ac:cxnSpMkLst>
        </pc:cxnChg>
        <pc:cxnChg chg="mod">
          <ac:chgData name="Zhixiao Lin" userId="fe3b3fb158d6e867" providerId="LiveId" clId="{B363D232-7C3D-48C8-9224-65FB6AC97B14}" dt="2023-05-16T09:17:18.916" v="4271" actId="14100"/>
          <ac:cxnSpMkLst>
            <pc:docMk/>
            <pc:sldMk cId="486076038" sldId="295"/>
            <ac:cxnSpMk id="11" creationId="{91FAE34F-F46E-26D1-52D0-30C458773ED3}"/>
          </ac:cxnSpMkLst>
        </pc:cxnChg>
        <pc:cxnChg chg="mod">
          <ac:chgData name="Zhixiao Lin" userId="fe3b3fb158d6e867" providerId="LiveId" clId="{B363D232-7C3D-48C8-9224-65FB6AC97B14}" dt="2023-05-16T09:13:18.608" v="4239" actId="1076"/>
          <ac:cxnSpMkLst>
            <pc:docMk/>
            <pc:sldMk cId="486076038" sldId="295"/>
            <ac:cxnSpMk id="14" creationId="{BD306F88-8B1D-985A-6338-60AE09380B24}"/>
          </ac:cxnSpMkLst>
        </pc:cxnChg>
        <pc:cxnChg chg="mod">
          <ac:chgData name="Zhixiao Lin" userId="fe3b3fb158d6e867" providerId="LiveId" clId="{B363D232-7C3D-48C8-9224-65FB6AC97B14}" dt="2023-05-16T09:13:18.608" v="4239" actId="1076"/>
          <ac:cxnSpMkLst>
            <pc:docMk/>
            <pc:sldMk cId="486076038" sldId="295"/>
            <ac:cxnSpMk id="16" creationId="{716C60B3-81E6-BDA3-7DD5-1376D0BFB6BF}"/>
          </ac:cxnSpMkLst>
        </pc:cxnChg>
        <pc:cxnChg chg="mod">
          <ac:chgData name="Zhixiao Lin" userId="fe3b3fb158d6e867" providerId="LiveId" clId="{B363D232-7C3D-48C8-9224-65FB6AC97B14}" dt="2023-05-16T09:13:18.608" v="4239" actId="1076"/>
          <ac:cxnSpMkLst>
            <pc:docMk/>
            <pc:sldMk cId="486076038" sldId="295"/>
            <ac:cxnSpMk id="18" creationId="{58F4575D-5D6F-0F6D-A2E7-65558CFD825F}"/>
          </ac:cxnSpMkLst>
        </pc:cxnChg>
      </pc:sldChg>
      <pc:sldChg chg="del">
        <pc:chgData name="Zhixiao Lin" userId="fe3b3fb158d6e867" providerId="LiveId" clId="{B363D232-7C3D-48C8-9224-65FB6AC97B14}" dt="2023-05-16T07:01:42.772" v="3883" actId="2696"/>
        <pc:sldMkLst>
          <pc:docMk/>
          <pc:sldMk cId="701721013" sldId="296"/>
        </pc:sldMkLst>
      </pc:sldChg>
      <pc:sldChg chg="delSp modSp mod">
        <pc:chgData name="Zhixiao Lin" userId="fe3b3fb158d6e867" providerId="LiveId" clId="{B363D232-7C3D-48C8-9224-65FB6AC97B14}" dt="2023-05-16T07:04:15.777" v="3983" actId="14100"/>
        <pc:sldMkLst>
          <pc:docMk/>
          <pc:sldMk cId="1858873883" sldId="296"/>
        </pc:sldMkLst>
        <pc:spChg chg="mod">
          <ac:chgData name="Zhixiao Lin" userId="fe3b3fb158d6e867" providerId="LiveId" clId="{B363D232-7C3D-48C8-9224-65FB6AC97B14}" dt="2023-05-16T07:03:59.408" v="3979" actId="20577"/>
          <ac:spMkLst>
            <pc:docMk/>
            <pc:sldMk cId="1858873883" sldId="296"/>
            <ac:spMk id="2" creationId="{619F56A6-A0B7-4AD3-A4A4-9522F249B031}"/>
          </ac:spMkLst>
        </pc:spChg>
        <pc:spChg chg="del">
          <ac:chgData name="Zhixiao Lin" userId="fe3b3fb158d6e867" providerId="LiveId" clId="{B363D232-7C3D-48C8-9224-65FB6AC97B14}" dt="2023-05-16T07:04:07.818" v="3980" actId="478"/>
          <ac:spMkLst>
            <pc:docMk/>
            <pc:sldMk cId="1858873883" sldId="296"/>
            <ac:spMk id="4" creationId="{00BC4FA1-FA85-8D39-06A5-5E0956FA1D39}"/>
          </ac:spMkLst>
        </pc:spChg>
        <pc:picChg chg="mod">
          <ac:chgData name="Zhixiao Lin" userId="fe3b3fb158d6e867" providerId="LiveId" clId="{B363D232-7C3D-48C8-9224-65FB6AC97B14}" dt="2023-05-16T07:04:15.777" v="3983" actId="14100"/>
          <ac:picMkLst>
            <pc:docMk/>
            <pc:sldMk cId="1858873883" sldId="296"/>
            <ac:picMk id="5" creationId="{FE5BDEF7-E28D-B6FC-9EF6-6BAC13AC32BD}"/>
          </ac:picMkLst>
        </pc:picChg>
      </pc:sldChg>
    </pc:docChg>
  </pc:docChgLst>
  <pc:docChgLst>
    <pc:chgData name="Guest User" providerId="Windows Live" clId="Web-{18B532AD-6FAE-4C86-AA99-47D4221992E6}"/>
    <pc:docChg chg="modSld">
      <pc:chgData name="Guest User" userId="" providerId="Windows Live" clId="Web-{18B532AD-6FAE-4C86-AA99-47D4221992E6}" dt="2023-05-17T15:34:20.920" v="93" actId="20577"/>
      <pc:docMkLst>
        <pc:docMk/>
      </pc:docMkLst>
      <pc:sldChg chg="modSp">
        <pc:chgData name="Guest User" userId="" providerId="Windows Live" clId="Web-{18B532AD-6FAE-4C86-AA99-47D4221992E6}" dt="2023-05-17T15:30:00.242" v="5" actId="20577"/>
        <pc:sldMkLst>
          <pc:docMk/>
          <pc:sldMk cId="1715400757" sldId="264"/>
        </pc:sldMkLst>
        <pc:spChg chg="mod">
          <ac:chgData name="Guest User" userId="" providerId="Windows Live" clId="Web-{18B532AD-6FAE-4C86-AA99-47D4221992E6}" dt="2023-05-17T15:30:00.242" v="5" actId="20577"/>
          <ac:spMkLst>
            <pc:docMk/>
            <pc:sldMk cId="1715400757" sldId="264"/>
            <ac:spMk id="4" creationId="{DFFA8F6C-85B2-40F8-9392-16F12DC2D8CA}"/>
          </ac:spMkLst>
        </pc:spChg>
      </pc:sldChg>
      <pc:sldChg chg="modSp">
        <pc:chgData name="Guest User" userId="" providerId="Windows Live" clId="Web-{18B532AD-6FAE-4C86-AA99-47D4221992E6}" dt="2023-05-17T15:33:05.637" v="54" actId="20577"/>
        <pc:sldMkLst>
          <pc:docMk/>
          <pc:sldMk cId="426261469" sldId="272"/>
        </pc:sldMkLst>
        <pc:spChg chg="mod">
          <ac:chgData name="Guest User" userId="" providerId="Windows Live" clId="Web-{18B532AD-6FAE-4C86-AA99-47D4221992E6}" dt="2023-05-17T15:32:50.996" v="50" actId="20577"/>
          <ac:spMkLst>
            <pc:docMk/>
            <pc:sldMk cId="426261469" sldId="272"/>
            <ac:spMk id="4" creationId="{20BFAD1B-B406-0B68-7953-B686A5C3E628}"/>
          </ac:spMkLst>
        </pc:spChg>
        <pc:spChg chg="mod">
          <ac:chgData name="Guest User" userId="" providerId="Windows Live" clId="Web-{18B532AD-6FAE-4C86-AA99-47D4221992E6}" dt="2023-05-17T15:33:05.637" v="54" actId="20577"/>
          <ac:spMkLst>
            <pc:docMk/>
            <pc:sldMk cId="426261469" sldId="272"/>
            <ac:spMk id="5" creationId="{C5477F77-B837-0E5F-5AB6-3BB24A81740A}"/>
          </ac:spMkLst>
        </pc:spChg>
        <pc:spChg chg="mod">
          <ac:chgData name="Guest User" userId="" providerId="Windows Live" clId="Web-{18B532AD-6FAE-4C86-AA99-47D4221992E6}" dt="2023-05-17T15:31:27.151" v="39" actId="20577"/>
          <ac:spMkLst>
            <pc:docMk/>
            <pc:sldMk cId="426261469" sldId="272"/>
            <ac:spMk id="12" creationId="{C66B2850-573E-D06D-0228-7A91EFB3AA58}"/>
          </ac:spMkLst>
        </pc:spChg>
        <pc:spChg chg="mod">
          <ac:chgData name="Guest User" userId="" providerId="Windows Live" clId="Web-{18B532AD-6FAE-4C86-AA99-47D4221992E6}" dt="2023-05-17T15:31:22.182" v="25" actId="20577"/>
          <ac:spMkLst>
            <pc:docMk/>
            <pc:sldMk cId="426261469" sldId="272"/>
            <ac:spMk id="13" creationId="{B6603B0E-7ADA-0F91-AE76-BAC29B90DAA5}"/>
          </ac:spMkLst>
        </pc:spChg>
        <pc:spChg chg="mod">
          <ac:chgData name="Guest User" userId="" providerId="Windows Live" clId="Web-{18B532AD-6FAE-4C86-AA99-47D4221992E6}" dt="2023-05-17T15:31:50.995" v="43" actId="20577"/>
          <ac:spMkLst>
            <pc:docMk/>
            <pc:sldMk cId="426261469" sldId="272"/>
            <ac:spMk id="17" creationId="{03EFBB4C-C877-D04F-DED3-CA892612DFB5}"/>
          </ac:spMkLst>
        </pc:spChg>
      </pc:sldChg>
      <pc:sldChg chg="modSp">
        <pc:chgData name="Guest User" userId="" providerId="Windows Live" clId="Web-{18B532AD-6FAE-4C86-AA99-47D4221992E6}" dt="2023-05-17T15:32:44.418" v="48" actId="20577"/>
        <pc:sldMkLst>
          <pc:docMk/>
          <pc:sldMk cId="3438054971" sldId="273"/>
        </pc:sldMkLst>
        <pc:spChg chg="mod">
          <ac:chgData name="Guest User" userId="" providerId="Windows Live" clId="Web-{18B532AD-6FAE-4C86-AA99-47D4221992E6}" dt="2023-05-17T15:32:44.418" v="48" actId="20577"/>
          <ac:spMkLst>
            <pc:docMk/>
            <pc:sldMk cId="3438054971" sldId="273"/>
            <ac:spMk id="2" creationId="{619F56A6-A0B7-4AD3-A4A4-9522F249B031}"/>
          </ac:spMkLst>
        </pc:spChg>
        <pc:spChg chg="mod">
          <ac:chgData name="Guest User" userId="" providerId="Windows Live" clId="Web-{18B532AD-6FAE-4C86-AA99-47D4221992E6}" dt="2023-05-17T15:32:22.449" v="46" actId="20577"/>
          <ac:spMkLst>
            <pc:docMk/>
            <pc:sldMk cId="3438054971" sldId="273"/>
            <ac:spMk id="4" creationId="{DFFA8F6C-85B2-40F8-9392-16F12DC2D8CA}"/>
          </ac:spMkLst>
        </pc:spChg>
      </pc:sldChg>
      <pc:sldChg chg="modSp">
        <pc:chgData name="Guest User" userId="" providerId="Windows Live" clId="Web-{18B532AD-6FAE-4C86-AA99-47D4221992E6}" dt="2023-05-17T15:33:54.247" v="81" actId="20577"/>
        <pc:sldMkLst>
          <pc:docMk/>
          <pc:sldMk cId="436086276" sldId="274"/>
        </pc:sldMkLst>
        <pc:spChg chg="mod">
          <ac:chgData name="Guest User" userId="" providerId="Windows Live" clId="Web-{18B532AD-6FAE-4C86-AA99-47D4221992E6}" dt="2023-05-17T15:33:54.247" v="81" actId="20577"/>
          <ac:spMkLst>
            <pc:docMk/>
            <pc:sldMk cId="436086276" sldId="274"/>
            <ac:spMk id="4" creationId="{DFFA8F6C-85B2-40F8-9392-16F12DC2D8CA}"/>
          </ac:spMkLst>
        </pc:spChg>
      </pc:sldChg>
      <pc:sldChg chg="modSp">
        <pc:chgData name="Guest User" userId="" providerId="Windows Live" clId="Web-{18B532AD-6FAE-4C86-AA99-47D4221992E6}" dt="2023-05-17T15:34:20.920" v="93" actId="20577"/>
        <pc:sldMkLst>
          <pc:docMk/>
          <pc:sldMk cId="486076038" sldId="295"/>
        </pc:sldMkLst>
        <pc:spChg chg="mod">
          <ac:chgData name="Guest User" userId="" providerId="Windows Live" clId="Web-{18B532AD-6FAE-4C86-AA99-47D4221992E6}" dt="2023-05-17T15:34:20.920" v="93" actId="20577"/>
          <ac:spMkLst>
            <pc:docMk/>
            <pc:sldMk cId="486076038" sldId="295"/>
            <ac:spMk id="2" creationId="{619F56A6-A0B7-4AD3-A4A4-9522F249B03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01FE46-A37E-402F-9398-A89981B17B0D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2759D9-A4BD-4B90-9AEC-AC595D3719B2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Entire Sample</a:t>
          </a:r>
        </a:p>
      </dgm:t>
    </dgm:pt>
    <dgm:pt modelId="{72D13F3F-8525-4EA9-B303-94E1FCBBB73A}" type="parTrans" cxnId="{3C80D547-DDD1-4C74-8B71-910C21A1FD78}">
      <dgm:prSet/>
      <dgm:spPr/>
      <dgm:t>
        <a:bodyPr/>
        <a:lstStyle/>
        <a:p>
          <a:endParaRPr lang="en-US"/>
        </a:p>
      </dgm:t>
    </dgm:pt>
    <dgm:pt modelId="{277BC294-0C58-418F-9E58-51243CE4F7CE}" type="sibTrans" cxnId="{3C80D547-DDD1-4C74-8B71-910C21A1FD78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DF61D604-81E4-4EE0-B57F-82D9EAE7CCA0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17,462,662 records</a:t>
          </a:r>
        </a:p>
      </dgm:t>
    </dgm:pt>
    <dgm:pt modelId="{258F5D74-DE41-4E1D-BE9D-4A2FD7DD564D}" type="parTrans" cxnId="{C05E1ADC-4201-4C3C-9995-C3BE3C8CB0C7}">
      <dgm:prSet/>
      <dgm:spPr/>
      <dgm:t>
        <a:bodyPr/>
        <a:lstStyle/>
        <a:p>
          <a:endParaRPr lang="en-US"/>
        </a:p>
      </dgm:t>
    </dgm:pt>
    <dgm:pt modelId="{F71E9220-1709-449E-AC0E-6430F0497293}" type="sibTrans" cxnId="{C05E1ADC-4201-4C3C-9995-C3BE3C8CB0C7}">
      <dgm:prSet/>
      <dgm:spPr/>
      <dgm:t>
        <a:bodyPr/>
        <a:lstStyle/>
        <a:p>
          <a:endParaRPr lang="en-US"/>
        </a:p>
      </dgm:t>
    </dgm:pt>
    <dgm:pt modelId="{708E062A-6FE0-4B9B-B578-E72F185E9FB9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30% random sample</a:t>
          </a:r>
        </a:p>
      </dgm:t>
    </dgm:pt>
    <dgm:pt modelId="{778D6C16-114A-4BF7-BF7F-462947FEDCEB}" type="parTrans" cxnId="{021D27D5-6485-4DBF-904F-E4EE265EBC3F}">
      <dgm:prSet/>
      <dgm:spPr/>
      <dgm:t>
        <a:bodyPr/>
        <a:lstStyle/>
        <a:p>
          <a:endParaRPr lang="en-US"/>
        </a:p>
      </dgm:t>
    </dgm:pt>
    <dgm:pt modelId="{086664C2-9178-4EC1-9EFC-DE03D95CE6ED}" type="sibTrans" cxnId="{021D27D5-6485-4DBF-904F-E4EE265EBC3F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797281B6-E680-465A-A13D-E0A826993534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5,245,933 records</a:t>
          </a:r>
        </a:p>
      </dgm:t>
    </dgm:pt>
    <dgm:pt modelId="{EF514825-CF7F-42A2-AAB5-57EC44FFA85B}" type="parTrans" cxnId="{2A6E9677-26FB-4554-A6B5-31AB973E5C46}">
      <dgm:prSet/>
      <dgm:spPr/>
      <dgm:t>
        <a:bodyPr/>
        <a:lstStyle/>
        <a:p>
          <a:endParaRPr lang="en-US"/>
        </a:p>
      </dgm:t>
    </dgm:pt>
    <dgm:pt modelId="{EB4CAB12-FAA5-4A5E-AC19-4FC34DD29371}" type="sibTrans" cxnId="{2A6E9677-26FB-4554-A6B5-31AB973E5C46}">
      <dgm:prSet/>
      <dgm:spPr/>
      <dgm:t>
        <a:bodyPr/>
        <a:lstStyle/>
        <a:p>
          <a:endParaRPr lang="en-US"/>
        </a:p>
      </dgm:t>
    </dgm:pt>
    <dgm:pt modelId="{13A0AB52-CAEE-41EE-8B20-DE9D6908C600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Modeling sample and validation sample</a:t>
          </a:r>
        </a:p>
      </dgm:t>
    </dgm:pt>
    <dgm:pt modelId="{256C89CB-930C-4A79-B9C1-2D97A9A6FC53}" type="parTrans" cxnId="{3974AED9-EDFA-44F8-8A12-CE2CB5615D39}">
      <dgm:prSet/>
      <dgm:spPr/>
      <dgm:t>
        <a:bodyPr/>
        <a:lstStyle/>
        <a:p>
          <a:endParaRPr lang="en-US"/>
        </a:p>
      </dgm:t>
    </dgm:pt>
    <dgm:pt modelId="{E9B67E98-0780-417C-B198-C858FE9B2B7A}" type="sibTrans" cxnId="{3974AED9-EDFA-44F8-8A12-CE2CB5615D39}">
      <dgm:prSet/>
      <dgm:spPr/>
      <dgm:t>
        <a:bodyPr/>
        <a:lstStyle/>
        <a:p>
          <a:endParaRPr lang="en-US"/>
        </a:p>
      </dgm:t>
    </dgm:pt>
    <dgm:pt modelId="{6C072136-669D-441F-8AC9-36A1DB5F8124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70% (modeling)</a:t>
          </a:r>
        </a:p>
      </dgm:t>
    </dgm:pt>
    <dgm:pt modelId="{7600E1DC-DB05-4B1A-B014-510B93FB5A22}" type="parTrans" cxnId="{F1C0E80C-843C-492B-9A0D-84475E851792}">
      <dgm:prSet/>
      <dgm:spPr/>
      <dgm:t>
        <a:bodyPr/>
        <a:lstStyle/>
        <a:p>
          <a:endParaRPr lang="en-US"/>
        </a:p>
      </dgm:t>
    </dgm:pt>
    <dgm:pt modelId="{9B3BD7B2-150E-4E59-AD27-3037F1839062}" type="sibTrans" cxnId="{F1C0E80C-843C-492B-9A0D-84475E851792}">
      <dgm:prSet/>
      <dgm:spPr/>
      <dgm:t>
        <a:bodyPr/>
        <a:lstStyle/>
        <a:p>
          <a:endParaRPr lang="en-US"/>
        </a:p>
      </dgm:t>
    </dgm:pt>
    <dgm:pt modelId="{6151BE76-185D-47E3-81EC-2A69E2F1CDAB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30% (validation)</a:t>
          </a:r>
        </a:p>
      </dgm:t>
    </dgm:pt>
    <dgm:pt modelId="{EF57BDDD-A8F6-4693-BFA6-89B4CF1523BF}" type="parTrans" cxnId="{02434798-8EBD-4A76-AD5E-E1B3188E9210}">
      <dgm:prSet/>
      <dgm:spPr/>
      <dgm:t>
        <a:bodyPr/>
        <a:lstStyle/>
        <a:p>
          <a:endParaRPr lang="en-US"/>
        </a:p>
      </dgm:t>
    </dgm:pt>
    <dgm:pt modelId="{F8EF46E5-48B5-4C5E-B875-67FE018FDC64}" type="sibTrans" cxnId="{02434798-8EBD-4A76-AD5E-E1B3188E9210}">
      <dgm:prSet/>
      <dgm:spPr/>
      <dgm:t>
        <a:bodyPr/>
        <a:lstStyle/>
        <a:p>
          <a:endParaRPr lang="en-US"/>
        </a:p>
      </dgm:t>
    </dgm:pt>
    <dgm:pt modelId="{DC6455BA-EE2A-45F9-89C2-D3136D4C52BD}" type="pres">
      <dgm:prSet presAssocID="{BD01FE46-A37E-402F-9398-A89981B17B0D}" presName="Name0" presStyleCnt="0">
        <dgm:presLayoutVars>
          <dgm:dir/>
          <dgm:resizeHandles val="exact"/>
        </dgm:presLayoutVars>
      </dgm:prSet>
      <dgm:spPr/>
    </dgm:pt>
    <dgm:pt modelId="{5FB16B54-E993-4B72-8F2F-4E9963F2BE1E}" type="pres">
      <dgm:prSet presAssocID="{F32759D9-A4BD-4B90-9AEC-AC595D3719B2}" presName="composite" presStyleCnt="0"/>
      <dgm:spPr/>
    </dgm:pt>
    <dgm:pt modelId="{97815437-8697-4ACB-9E06-45C72171AB9F}" type="pres">
      <dgm:prSet presAssocID="{F32759D9-A4BD-4B90-9AEC-AC595D3719B2}" presName="imagSh" presStyleLbl="bgImgPlace1" presStyleIdx="0" presStyleCnt="3"/>
      <dgm:spPr>
        <a:solidFill>
          <a:schemeClr val="accent3">
            <a:lumMod val="20000"/>
            <a:lumOff val="80000"/>
          </a:schemeClr>
        </a:solidFill>
      </dgm:spPr>
    </dgm:pt>
    <dgm:pt modelId="{BCBD16CF-22C3-44D7-99BF-2980ACC6D3AA}" type="pres">
      <dgm:prSet presAssocID="{F32759D9-A4BD-4B90-9AEC-AC595D3719B2}" presName="txNode" presStyleLbl="node1" presStyleIdx="0" presStyleCnt="3">
        <dgm:presLayoutVars>
          <dgm:bulletEnabled val="1"/>
        </dgm:presLayoutVars>
      </dgm:prSet>
      <dgm:spPr/>
    </dgm:pt>
    <dgm:pt modelId="{75F6C620-E7A2-470F-95F7-7A149A9FDD83}" type="pres">
      <dgm:prSet presAssocID="{277BC294-0C58-418F-9E58-51243CE4F7CE}" presName="sibTrans" presStyleLbl="sibTrans2D1" presStyleIdx="0" presStyleCnt="2"/>
      <dgm:spPr/>
    </dgm:pt>
    <dgm:pt modelId="{57B1AB80-9C50-4B26-A62D-359685814AEA}" type="pres">
      <dgm:prSet presAssocID="{277BC294-0C58-418F-9E58-51243CE4F7CE}" presName="connTx" presStyleLbl="sibTrans2D1" presStyleIdx="0" presStyleCnt="2"/>
      <dgm:spPr/>
    </dgm:pt>
    <dgm:pt modelId="{F214801C-BA26-4B20-A8F8-5BEF5202186A}" type="pres">
      <dgm:prSet presAssocID="{708E062A-6FE0-4B9B-B578-E72F185E9FB9}" presName="composite" presStyleCnt="0"/>
      <dgm:spPr/>
    </dgm:pt>
    <dgm:pt modelId="{1887964F-DB33-47E9-B952-ACCFA6DA1BD2}" type="pres">
      <dgm:prSet presAssocID="{708E062A-6FE0-4B9B-B578-E72F185E9FB9}" presName="imagSh" presStyleLbl="bgImgPlace1" presStyleIdx="1" presStyleCnt="3"/>
      <dgm:spPr>
        <a:solidFill>
          <a:schemeClr val="accent3">
            <a:lumMod val="20000"/>
            <a:lumOff val="80000"/>
          </a:schemeClr>
        </a:solidFill>
      </dgm:spPr>
    </dgm:pt>
    <dgm:pt modelId="{14565917-A42B-470D-9213-FDD2E7641FAD}" type="pres">
      <dgm:prSet presAssocID="{708E062A-6FE0-4B9B-B578-E72F185E9FB9}" presName="txNode" presStyleLbl="node1" presStyleIdx="1" presStyleCnt="3">
        <dgm:presLayoutVars>
          <dgm:bulletEnabled val="1"/>
        </dgm:presLayoutVars>
      </dgm:prSet>
      <dgm:spPr/>
    </dgm:pt>
    <dgm:pt modelId="{8260ECFC-78FF-4FD3-A8A1-E784425DB6BB}" type="pres">
      <dgm:prSet presAssocID="{086664C2-9178-4EC1-9EFC-DE03D95CE6ED}" presName="sibTrans" presStyleLbl="sibTrans2D1" presStyleIdx="1" presStyleCnt="2"/>
      <dgm:spPr/>
    </dgm:pt>
    <dgm:pt modelId="{399CA56D-D40F-434B-9494-48C8FFE8DF20}" type="pres">
      <dgm:prSet presAssocID="{086664C2-9178-4EC1-9EFC-DE03D95CE6ED}" presName="connTx" presStyleLbl="sibTrans2D1" presStyleIdx="1" presStyleCnt="2"/>
      <dgm:spPr/>
    </dgm:pt>
    <dgm:pt modelId="{B2AF2D11-130A-4D7E-963E-FC0745F4CAE7}" type="pres">
      <dgm:prSet presAssocID="{13A0AB52-CAEE-41EE-8B20-DE9D6908C600}" presName="composite" presStyleCnt="0"/>
      <dgm:spPr/>
    </dgm:pt>
    <dgm:pt modelId="{F8DDF35D-7DFE-40AE-ACF8-A1648D8F5E9A}" type="pres">
      <dgm:prSet presAssocID="{13A0AB52-CAEE-41EE-8B20-DE9D6908C600}" presName="imagSh" presStyleLbl="bgImgPlace1" presStyleIdx="2" presStyleCnt="3"/>
      <dgm:spPr>
        <a:solidFill>
          <a:schemeClr val="accent3">
            <a:lumMod val="20000"/>
            <a:lumOff val="80000"/>
          </a:schemeClr>
        </a:solidFill>
      </dgm:spPr>
    </dgm:pt>
    <dgm:pt modelId="{9B84553E-EF63-4765-ADB2-F34D5339F281}" type="pres">
      <dgm:prSet presAssocID="{13A0AB52-CAEE-41EE-8B20-DE9D6908C600}" presName="txNode" presStyleLbl="node1" presStyleIdx="2" presStyleCnt="3">
        <dgm:presLayoutVars>
          <dgm:bulletEnabled val="1"/>
        </dgm:presLayoutVars>
      </dgm:prSet>
      <dgm:spPr/>
    </dgm:pt>
  </dgm:ptLst>
  <dgm:cxnLst>
    <dgm:cxn modelId="{887AA806-DCA7-433A-BC14-E7F8808F4F96}" type="presOf" srcId="{F32759D9-A4BD-4B90-9AEC-AC595D3719B2}" destId="{BCBD16CF-22C3-44D7-99BF-2980ACC6D3AA}" srcOrd="0" destOrd="0" presId="urn:microsoft.com/office/officeart/2005/8/layout/hProcess10"/>
    <dgm:cxn modelId="{F1C0E80C-843C-492B-9A0D-84475E851792}" srcId="{13A0AB52-CAEE-41EE-8B20-DE9D6908C600}" destId="{6C072136-669D-441F-8AC9-36A1DB5F8124}" srcOrd="0" destOrd="0" parTransId="{7600E1DC-DB05-4B1A-B014-510B93FB5A22}" sibTransId="{9B3BD7B2-150E-4E59-AD27-3037F1839062}"/>
    <dgm:cxn modelId="{CF44501D-1F15-4721-AE99-F4A1B193B631}" type="presOf" srcId="{086664C2-9178-4EC1-9EFC-DE03D95CE6ED}" destId="{8260ECFC-78FF-4FD3-A8A1-E784425DB6BB}" srcOrd="0" destOrd="0" presId="urn:microsoft.com/office/officeart/2005/8/layout/hProcess10"/>
    <dgm:cxn modelId="{F3D63B3B-85CC-4F0B-968F-C3509AE65693}" type="presOf" srcId="{6C072136-669D-441F-8AC9-36A1DB5F8124}" destId="{9B84553E-EF63-4765-ADB2-F34D5339F281}" srcOrd="0" destOrd="1" presId="urn:microsoft.com/office/officeart/2005/8/layout/hProcess10"/>
    <dgm:cxn modelId="{2FDF863E-BF07-4DBD-AEF8-CB7429682946}" type="presOf" srcId="{277BC294-0C58-418F-9E58-51243CE4F7CE}" destId="{57B1AB80-9C50-4B26-A62D-359685814AEA}" srcOrd="1" destOrd="0" presId="urn:microsoft.com/office/officeart/2005/8/layout/hProcess10"/>
    <dgm:cxn modelId="{B96EFA5B-1DD9-4E64-8057-56F9C5C38310}" type="presOf" srcId="{DF61D604-81E4-4EE0-B57F-82D9EAE7CCA0}" destId="{BCBD16CF-22C3-44D7-99BF-2980ACC6D3AA}" srcOrd="0" destOrd="1" presId="urn:microsoft.com/office/officeart/2005/8/layout/hProcess10"/>
    <dgm:cxn modelId="{98C7DB46-D10F-4867-B85D-D4EA4328DB74}" type="presOf" srcId="{6151BE76-185D-47E3-81EC-2A69E2F1CDAB}" destId="{9B84553E-EF63-4765-ADB2-F34D5339F281}" srcOrd="0" destOrd="2" presId="urn:microsoft.com/office/officeart/2005/8/layout/hProcess10"/>
    <dgm:cxn modelId="{3C80D547-DDD1-4C74-8B71-910C21A1FD78}" srcId="{BD01FE46-A37E-402F-9398-A89981B17B0D}" destId="{F32759D9-A4BD-4B90-9AEC-AC595D3719B2}" srcOrd="0" destOrd="0" parTransId="{72D13F3F-8525-4EA9-B303-94E1FCBBB73A}" sibTransId="{277BC294-0C58-418F-9E58-51243CE4F7CE}"/>
    <dgm:cxn modelId="{E2AD7A4B-C1CC-4E3C-8B37-A3C45C92CE89}" type="presOf" srcId="{708E062A-6FE0-4B9B-B578-E72F185E9FB9}" destId="{14565917-A42B-470D-9213-FDD2E7641FAD}" srcOrd="0" destOrd="0" presId="urn:microsoft.com/office/officeart/2005/8/layout/hProcess10"/>
    <dgm:cxn modelId="{2A6E9677-26FB-4554-A6B5-31AB973E5C46}" srcId="{708E062A-6FE0-4B9B-B578-E72F185E9FB9}" destId="{797281B6-E680-465A-A13D-E0A826993534}" srcOrd="0" destOrd="0" parTransId="{EF514825-CF7F-42A2-AAB5-57EC44FFA85B}" sibTransId="{EB4CAB12-FAA5-4A5E-AC19-4FC34DD29371}"/>
    <dgm:cxn modelId="{CE0BB259-ABFA-4F0C-BD94-8D9A2E1ADCA7}" type="presOf" srcId="{13A0AB52-CAEE-41EE-8B20-DE9D6908C600}" destId="{9B84553E-EF63-4765-ADB2-F34D5339F281}" srcOrd="0" destOrd="0" presId="urn:microsoft.com/office/officeart/2005/8/layout/hProcess10"/>
    <dgm:cxn modelId="{36FE7987-52D7-4349-9008-56FFE0D4443F}" type="presOf" srcId="{086664C2-9178-4EC1-9EFC-DE03D95CE6ED}" destId="{399CA56D-D40F-434B-9494-48C8FFE8DF20}" srcOrd="1" destOrd="0" presId="urn:microsoft.com/office/officeart/2005/8/layout/hProcess10"/>
    <dgm:cxn modelId="{02434798-8EBD-4A76-AD5E-E1B3188E9210}" srcId="{13A0AB52-CAEE-41EE-8B20-DE9D6908C600}" destId="{6151BE76-185D-47E3-81EC-2A69E2F1CDAB}" srcOrd="1" destOrd="0" parTransId="{EF57BDDD-A8F6-4693-BFA6-89B4CF1523BF}" sibTransId="{F8EF46E5-48B5-4C5E-B875-67FE018FDC64}"/>
    <dgm:cxn modelId="{97FD28A2-4865-493A-879A-72F629B99052}" type="presOf" srcId="{277BC294-0C58-418F-9E58-51243CE4F7CE}" destId="{75F6C620-E7A2-470F-95F7-7A149A9FDD83}" srcOrd="0" destOrd="0" presId="urn:microsoft.com/office/officeart/2005/8/layout/hProcess10"/>
    <dgm:cxn modelId="{021D27D5-6485-4DBF-904F-E4EE265EBC3F}" srcId="{BD01FE46-A37E-402F-9398-A89981B17B0D}" destId="{708E062A-6FE0-4B9B-B578-E72F185E9FB9}" srcOrd="1" destOrd="0" parTransId="{778D6C16-114A-4BF7-BF7F-462947FEDCEB}" sibTransId="{086664C2-9178-4EC1-9EFC-DE03D95CE6ED}"/>
    <dgm:cxn modelId="{3974AED9-EDFA-44F8-8A12-CE2CB5615D39}" srcId="{BD01FE46-A37E-402F-9398-A89981B17B0D}" destId="{13A0AB52-CAEE-41EE-8B20-DE9D6908C600}" srcOrd="2" destOrd="0" parTransId="{256C89CB-930C-4A79-B9C1-2D97A9A6FC53}" sibTransId="{E9B67E98-0780-417C-B198-C858FE9B2B7A}"/>
    <dgm:cxn modelId="{C05E1ADC-4201-4C3C-9995-C3BE3C8CB0C7}" srcId="{F32759D9-A4BD-4B90-9AEC-AC595D3719B2}" destId="{DF61D604-81E4-4EE0-B57F-82D9EAE7CCA0}" srcOrd="0" destOrd="0" parTransId="{258F5D74-DE41-4E1D-BE9D-4A2FD7DD564D}" sibTransId="{F71E9220-1709-449E-AC0E-6430F0497293}"/>
    <dgm:cxn modelId="{871576E6-C105-40A3-8B34-9D60D7B5446F}" type="presOf" srcId="{797281B6-E680-465A-A13D-E0A826993534}" destId="{14565917-A42B-470D-9213-FDD2E7641FAD}" srcOrd="0" destOrd="1" presId="urn:microsoft.com/office/officeart/2005/8/layout/hProcess10"/>
    <dgm:cxn modelId="{A2C5D5EC-1106-4A8D-A11D-7EE8A5D414C3}" type="presOf" srcId="{BD01FE46-A37E-402F-9398-A89981B17B0D}" destId="{DC6455BA-EE2A-45F9-89C2-D3136D4C52BD}" srcOrd="0" destOrd="0" presId="urn:microsoft.com/office/officeart/2005/8/layout/hProcess10"/>
    <dgm:cxn modelId="{F528B21C-B419-45F9-983D-D188A5AE6B35}" type="presParOf" srcId="{DC6455BA-EE2A-45F9-89C2-D3136D4C52BD}" destId="{5FB16B54-E993-4B72-8F2F-4E9963F2BE1E}" srcOrd="0" destOrd="0" presId="urn:microsoft.com/office/officeart/2005/8/layout/hProcess10"/>
    <dgm:cxn modelId="{9AED7606-F0E5-40F7-BA64-C9F4AAAA8F2A}" type="presParOf" srcId="{5FB16B54-E993-4B72-8F2F-4E9963F2BE1E}" destId="{97815437-8697-4ACB-9E06-45C72171AB9F}" srcOrd="0" destOrd="0" presId="urn:microsoft.com/office/officeart/2005/8/layout/hProcess10"/>
    <dgm:cxn modelId="{EA333114-2C2E-4B6E-B418-8919ABDA6857}" type="presParOf" srcId="{5FB16B54-E993-4B72-8F2F-4E9963F2BE1E}" destId="{BCBD16CF-22C3-44D7-99BF-2980ACC6D3AA}" srcOrd="1" destOrd="0" presId="urn:microsoft.com/office/officeart/2005/8/layout/hProcess10"/>
    <dgm:cxn modelId="{FB232F09-E1BA-4792-A088-48F9D65AFBD4}" type="presParOf" srcId="{DC6455BA-EE2A-45F9-89C2-D3136D4C52BD}" destId="{75F6C620-E7A2-470F-95F7-7A149A9FDD83}" srcOrd="1" destOrd="0" presId="urn:microsoft.com/office/officeart/2005/8/layout/hProcess10"/>
    <dgm:cxn modelId="{53BFE6EA-83E7-4260-9C28-4A82FD344526}" type="presParOf" srcId="{75F6C620-E7A2-470F-95F7-7A149A9FDD83}" destId="{57B1AB80-9C50-4B26-A62D-359685814AEA}" srcOrd="0" destOrd="0" presId="urn:microsoft.com/office/officeart/2005/8/layout/hProcess10"/>
    <dgm:cxn modelId="{5F5CB7EE-AC5A-4EF8-8AC9-5036CA9E50E2}" type="presParOf" srcId="{DC6455BA-EE2A-45F9-89C2-D3136D4C52BD}" destId="{F214801C-BA26-4B20-A8F8-5BEF5202186A}" srcOrd="2" destOrd="0" presId="urn:microsoft.com/office/officeart/2005/8/layout/hProcess10"/>
    <dgm:cxn modelId="{264EBE88-C290-47AA-9B1E-E3F8C211C4C1}" type="presParOf" srcId="{F214801C-BA26-4B20-A8F8-5BEF5202186A}" destId="{1887964F-DB33-47E9-B952-ACCFA6DA1BD2}" srcOrd="0" destOrd="0" presId="urn:microsoft.com/office/officeart/2005/8/layout/hProcess10"/>
    <dgm:cxn modelId="{40DC312F-C992-40AD-8B40-4F8419FDFE5A}" type="presParOf" srcId="{F214801C-BA26-4B20-A8F8-5BEF5202186A}" destId="{14565917-A42B-470D-9213-FDD2E7641FAD}" srcOrd="1" destOrd="0" presId="urn:microsoft.com/office/officeart/2005/8/layout/hProcess10"/>
    <dgm:cxn modelId="{BF31071E-4CA0-4668-92A9-C789B0A468A7}" type="presParOf" srcId="{DC6455BA-EE2A-45F9-89C2-D3136D4C52BD}" destId="{8260ECFC-78FF-4FD3-A8A1-E784425DB6BB}" srcOrd="3" destOrd="0" presId="urn:microsoft.com/office/officeart/2005/8/layout/hProcess10"/>
    <dgm:cxn modelId="{F4CE9297-C2CA-4C30-B93B-F8BC937A95CB}" type="presParOf" srcId="{8260ECFC-78FF-4FD3-A8A1-E784425DB6BB}" destId="{399CA56D-D40F-434B-9494-48C8FFE8DF20}" srcOrd="0" destOrd="0" presId="urn:microsoft.com/office/officeart/2005/8/layout/hProcess10"/>
    <dgm:cxn modelId="{9D3C1BED-E0C1-4117-A530-0EC769D34DF5}" type="presParOf" srcId="{DC6455BA-EE2A-45F9-89C2-D3136D4C52BD}" destId="{B2AF2D11-130A-4D7E-963E-FC0745F4CAE7}" srcOrd="4" destOrd="0" presId="urn:microsoft.com/office/officeart/2005/8/layout/hProcess10"/>
    <dgm:cxn modelId="{E67D0893-4A0E-43B3-A1F7-B979568612C7}" type="presParOf" srcId="{B2AF2D11-130A-4D7E-963E-FC0745F4CAE7}" destId="{F8DDF35D-7DFE-40AE-ACF8-A1648D8F5E9A}" srcOrd="0" destOrd="0" presId="urn:microsoft.com/office/officeart/2005/8/layout/hProcess10"/>
    <dgm:cxn modelId="{FC28674A-E8DF-49B0-AFFE-1CE57DB83FDF}" type="presParOf" srcId="{B2AF2D11-130A-4D7E-963E-FC0745F4CAE7}" destId="{9B84553E-EF63-4765-ADB2-F34D5339F281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15437-8697-4ACB-9E06-45C72171AB9F}">
      <dsp:nvSpPr>
        <dsp:cNvPr id="0" name=""/>
        <dsp:cNvSpPr/>
      </dsp:nvSpPr>
      <dsp:spPr>
        <a:xfrm>
          <a:off x="4653" y="1360438"/>
          <a:ext cx="2192206" cy="219220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D16CF-22C3-44D7-99BF-2980ACC6D3AA}">
      <dsp:nvSpPr>
        <dsp:cNvPr id="0" name=""/>
        <dsp:cNvSpPr/>
      </dsp:nvSpPr>
      <dsp:spPr>
        <a:xfrm>
          <a:off x="361524" y="2675762"/>
          <a:ext cx="2192206" cy="2192206"/>
        </a:xfrm>
        <a:prstGeom prst="roundRect">
          <a:avLst>
            <a:gd name="adj" fmla="val 10000"/>
          </a:avLst>
        </a:prstGeom>
        <a:solidFill>
          <a:srgbClr val="0070C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Entire Sample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17,462,662 records</a:t>
          </a:r>
        </a:p>
      </dsp:txBody>
      <dsp:txXfrm>
        <a:off x="425732" y="2739970"/>
        <a:ext cx="2063790" cy="2063790"/>
      </dsp:txXfrm>
    </dsp:sp>
    <dsp:sp modelId="{75F6C620-E7A2-470F-95F7-7A149A9FDD83}">
      <dsp:nvSpPr>
        <dsp:cNvPr id="0" name=""/>
        <dsp:cNvSpPr/>
      </dsp:nvSpPr>
      <dsp:spPr>
        <a:xfrm>
          <a:off x="2619127" y="2193163"/>
          <a:ext cx="422267" cy="526756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619127" y="2298514"/>
        <a:ext cx="295587" cy="316054"/>
      </dsp:txXfrm>
    </dsp:sp>
    <dsp:sp modelId="{1887964F-DB33-47E9-B952-ACCFA6DA1BD2}">
      <dsp:nvSpPr>
        <dsp:cNvPr id="0" name=""/>
        <dsp:cNvSpPr/>
      </dsp:nvSpPr>
      <dsp:spPr>
        <a:xfrm>
          <a:off x="3403338" y="1360438"/>
          <a:ext cx="2192206" cy="219220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65917-A42B-470D-9213-FDD2E7641FAD}">
      <dsp:nvSpPr>
        <dsp:cNvPr id="0" name=""/>
        <dsp:cNvSpPr/>
      </dsp:nvSpPr>
      <dsp:spPr>
        <a:xfrm>
          <a:off x="3760209" y="2675762"/>
          <a:ext cx="2192206" cy="2192206"/>
        </a:xfrm>
        <a:prstGeom prst="roundRect">
          <a:avLst>
            <a:gd name="adj" fmla="val 10000"/>
          </a:avLst>
        </a:prstGeom>
        <a:solidFill>
          <a:srgbClr val="0070C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30% random sample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5,245,933 records</a:t>
          </a:r>
        </a:p>
      </dsp:txBody>
      <dsp:txXfrm>
        <a:off x="3824417" y="2739970"/>
        <a:ext cx="2063790" cy="2063790"/>
      </dsp:txXfrm>
    </dsp:sp>
    <dsp:sp modelId="{8260ECFC-78FF-4FD3-A8A1-E784425DB6BB}">
      <dsp:nvSpPr>
        <dsp:cNvPr id="0" name=""/>
        <dsp:cNvSpPr/>
      </dsp:nvSpPr>
      <dsp:spPr>
        <a:xfrm>
          <a:off x="6017812" y="2193163"/>
          <a:ext cx="422267" cy="526756"/>
        </a:xfrm>
        <a:prstGeom prst="rightArrow">
          <a:avLst>
            <a:gd name="adj1" fmla="val 60000"/>
            <a:gd name="adj2" fmla="val 50000"/>
          </a:avLst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017812" y="2298514"/>
        <a:ext cx="295587" cy="316054"/>
      </dsp:txXfrm>
    </dsp:sp>
    <dsp:sp modelId="{F8DDF35D-7DFE-40AE-ACF8-A1648D8F5E9A}">
      <dsp:nvSpPr>
        <dsp:cNvPr id="0" name=""/>
        <dsp:cNvSpPr/>
      </dsp:nvSpPr>
      <dsp:spPr>
        <a:xfrm>
          <a:off x="6802024" y="1360438"/>
          <a:ext cx="2192206" cy="219220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84553E-EF63-4765-ADB2-F34D5339F281}">
      <dsp:nvSpPr>
        <dsp:cNvPr id="0" name=""/>
        <dsp:cNvSpPr/>
      </dsp:nvSpPr>
      <dsp:spPr>
        <a:xfrm>
          <a:off x="7158894" y="2675762"/>
          <a:ext cx="2192206" cy="2192206"/>
        </a:xfrm>
        <a:prstGeom prst="roundRect">
          <a:avLst>
            <a:gd name="adj" fmla="val 10000"/>
          </a:avLst>
        </a:prstGeom>
        <a:solidFill>
          <a:srgbClr val="0070C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Modeling sample and validation sample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70% (modeling)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30% (validation)</a:t>
          </a:r>
        </a:p>
      </dsp:txBody>
      <dsp:txXfrm>
        <a:off x="7223102" y="2739970"/>
        <a:ext cx="2063790" cy="2063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5/17/2023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704088"/>
            <a:ext cx="10993549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507450D-E801-41C1-9FD7-923530A06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8056" y="3081528"/>
            <a:ext cx="11265408" cy="3310128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28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3424138" cy="15001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249B4-F572-49E8-9B53-CB4E629EB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14788"/>
            <a:ext cx="3424138" cy="39757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6C12940-675F-4BDC-8733-71FEBC2FDC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2815" y="640080"/>
            <a:ext cx="3703320" cy="5751576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3AD391F-F462-4773-B9C7-B512F55F68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46720" y="640080"/>
            <a:ext cx="3703320" cy="5751576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97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30730"/>
            <a:ext cx="3475915" cy="147834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Click to edit Master title style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Content Placeholder 2" descr="Tag=AccentColor&#10;Flavor=Light&#10;Target=Bullets">
            <a:extLst>
              <a:ext uri="{FF2B5EF4-FFF2-40B4-BE49-F238E27FC236}">
                <a16:creationId xmlns:a16="http://schemas.microsoft.com/office/drawing/2014/main" id="{C768CCB8-0718-4D4E-8EE1-1D2875500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475915" cy="3678303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C3A8825-378F-41FE-A716-644287762A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1800" y="630936"/>
            <a:ext cx="7504113" cy="352044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2E6B2055-B099-48CF-84C8-2AF6D56186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2816" y="4234252"/>
            <a:ext cx="3703320" cy="2139696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ED74C29-FF8A-4470-8221-FD11E7FB7D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20" y="4233672"/>
            <a:ext cx="3703320" cy="2139696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943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322102"/>
            <a:ext cx="10993549" cy="11536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D90A03-8871-46F6-B527-27A279CAF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75712"/>
            <a:ext cx="10993546" cy="5903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C0DC8A-3006-4A75-A9BA-FCA96D2C38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9580" y="603504"/>
            <a:ext cx="11292840" cy="3557016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50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31520"/>
            <a:ext cx="11029616" cy="9875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88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AD7E45-24A5-4020-858E-57CFA0955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C213B6D-04F4-4E9D-AD86-E50884CB4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2DB8B62-62C2-4723-85AF-F5D87B489A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8056" y="3081528"/>
            <a:ext cx="5486400" cy="3310128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329640-D9D1-44D4-8E40-04E753A2B8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496" y="3081528"/>
            <a:ext cx="5486400" cy="3310128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85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1A07AFA2-B97F-4965-B3E3-0399F8696B92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576263" y="2290762"/>
            <a:ext cx="2286000" cy="2514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16" name="SmartArt Placeholder 14">
            <a:extLst>
              <a:ext uri="{FF2B5EF4-FFF2-40B4-BE49-F238E27FC236}">
                <a16:creationId xmlns:a16="http://schemas.microsoft.com/office/drawing/2014/main" id="{FBD83F25-25EA-4FCB-9180-B7567885BE7A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3486759" y="2290762"/>
            <a:ext cx="2286000" cy="2514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C19AF1FD-578A-4AC1-8006-BF395C09818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397255" y="2290762"/>
            <a:ext cx="2286000" cy="2514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18" name="SmartArt Placeholder 14">
            <a:extLst>
              <a:ext uri="{FF2B5EF4-FFF2-40B4-BE49-F238E27FC236}">
                <a16:creationId xmlns:a16="http://schemas.microsoft.com/office/drawing/2014/main" id="{A30FAB41-D651-4537-9674-A090F9541E3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9307750" y="2290762"/>
            <a:ext cx="2286000" cy="2514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FF70985-87A5-4813-BB21-CD79732947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6263" y="4943475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24000" indent="0">
              <a:buNone/>
              <a:defRPr sz="1800"/>
            </a:lvl2pPr>
            <a:lvl3pPr marL="630000" indent="0">
              <a:buNone/>
              <a:defRPr sz="1800"/>
            </a:lvl3pPr>
            <a:lvl4pPr marL="1008000" indent="0">
              <a:buNone/>
              <a:defRPr sz="1800"/>
            </a:lvl4pPr>
            <a:lvl5pPr marL="1368000" indent="0">
              <a:buNone/>
              <a:defRPr sz="18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F30C930-1919-4A13-98BD-6CB6119CC1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894" y="5447348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24000" indent="0">
              <a:buNone/>
              <a:defRPr sz="1600"/>
            </a:lvl2pPr>
            <a:lvl3pPr marL="630000" indent="0">
              <a:buNone/>
              <a:defRPr sz="1600"/>
            </a:lvl3pPr>
            <a:lvl4pPr marL="1008000" indent="0">
              <a:buNone/>
              <a:defRPr sz="1600"/>
            </a:lvl4pPr>
            <a:lvl5pPr marL="1368000" indent="0">
              <a:buNone/>
              <a:defRPr sz="16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6E4126AC-7681-4156-8274-2A64148943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87128" y="4943475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24000" indent="0">
              <a:buNone/>
              <a:defRPr sz="1800"/>
            </a:lvl2pPr>
            <a:lvl3pPr marL="630000" indent="0">
              <a:buNone/>
              <a:defRPr sz="1800"/>
            </a:lvl3pPr>
            <a:lvl4pPr marL="1008000" indent="0">
              <a:buNone/>
              <a:defRPr sz="1800"/>
            </a:lvl4pPr>
            <a:lvl5pPr marL="1368000" indent="0">
              <a:buNone/>
              <a:defRPr sz="18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03485ED-1755-41FA-942B-ED95B3913D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86759" y="5447348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24000" indent="0">
              <a:buNone/>
              <a:defRPr sz="1600"/>
            </a:lvl2pPr>
            <a:lvl3pPr marL="630000" indent="0">
              <a:buNone/>
              <a:defRPr sz="1600"/>
            </a:lvl3pPr>
            <a:lvl4pPr marL="1008000" indent="0">
              <a:buNone/>
              <a:defRPr sz="1600"/>
            </a:lvl4pPr>
            <a:lvl5pPr marL="1368000" indent="0">
              <a:buNone/>
              <a:defRPr sz="16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2AFEFC9-586E-4B97-AD51-F02AC6AC6A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7624" y="4943475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24000" indent="0">
              <a:buNone/>
              <a:defRPr sz="1800"/>
            </a:lvl2pPr>
            <a:lvl3pPr marL="630000" indent="0">
              <a:buNone/>
              <a:defRPr sz="1800"/>
            </a:lvl3pPr>
            <a:lvl4pPr marL="1008000" indent="0">
              <a:buNone/>
              <a:defRPr sz="1800"/>
            </a:lvl4pPr>
            <a:lvl5pPr marL="1368000" indent="0">
              <a:buNone/>
              <a:defRPr sz="18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E94B1769-BE23-4EBA-A0DA-9A01476DAC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7255" y="5447348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24000" indent="0">
              <a:buNone/>
              <a:defRPr sz="1600"/>
            </a:lvl2pPr>
            <a:lvl3pPr marL="630000" indent="0">
              <a:buNone/>
              <a:defRPr sz="1600"/>
            </a:lvl3pPr>
            <a:lvl4pPr marL="1008000" indent="0">
              <a:buNone/>
              <a:defRPr sz="1600"/>
            </a:lvl4pPr>
            <a:lvl5pPr marL="1368000" indent="0">
              <a:buNone/>
              <a:defRPr sz="16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9A7362AB-6137-4C5C-9219-392C3875AD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08119" y="4957131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24000" indent="0">
              <a:buNone/>
              <a:defRPr sz="1800"/>
            </a:lvl2pPr>
            <a:lvl3pPr marL="630000" indent="0">
              <a:buNone/>
              <a:defRPr sz="1800"/>
            </a:lvl3pPr>
            <a:lvl4pPr marL="1008000" indent="0">
              <a:buNone/>
              <a:defRPr sz="1800"/>
            </a:lvl4pPr>
            <a:lvl5pPr marL="1368000" indent="0">
              <a:buNone/>
              <a:defRPr sz="18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DA6F45F2-E17A-4027-AAA9-B9B703C26A2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07750" y="5461004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24000" indent="0">
              <a:buNone/>
              <a:defRPr sz="1600"/>
            </a:lvl2pPr>
            <a:lvl3pPr marL="630000" indent="0">
              <a:buNone/>
              <a:defRPr sz="1600"/>
            </a:lvl3pPr>
            <a:lvl4pPr marL="1008000" indent="0">
              <a:buNone/>
              <a:defRPr sz="1600"/>
            </a:lvl4pPr>
            <a:lvl5pPr marL="1368000" indent="0">
              <a:buNone/>
              <a:defRPr sz="16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6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8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3200400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32004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2343" y="2250891"/>
            <a:ext cx="320040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2341" y="2926051"/>
            <a:ext cx="32004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00371C-297D-40EF-8A7B-A4A10A3E0F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499" y="2250891"/>
            <a:ext cx="320040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4C654D6-9180-439B-AA80-A486173B740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497" y="2926051"/>
            <a:ext cx="32004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73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7D0488-B202-4F7B-9F3C-5F354044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986411"/>
            <a:ext cx="3568661" cy="1872388"/>
          </a:xfrm>
        </p:spPr>
        <p:txBody>
          <a:bodyPr anchor="ctr"/>
          <a:lstStyle/>
          <a:p>
            <a:pPr algn="r"/>
            <a:r>
              <a:rPr lang="en-US">
                <a:solidFill>
                  <a:schemeClr val="tx2"/>
                </a:solidFill>
              </a:rPr>
              <a:t>Click to edit Master title style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972A87D-479C-4157-A7C5-33D8FC7B29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8056" y="768096"/>
            <a:ext cx="2578608" cy="2816352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8EE581A-A98D-4A1B-B826-3C60801D66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52800" y="768096"/>
            <a:ext cx="2578608" cy="2816352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6AE88BE-E502-4D34-AAE9-6EE48F1ACE2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57544" y="768096"/>
            <a:ext cx="2578608" cy="2816352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9FD0C6B3-E0D9-4177-8079-178D1B0F53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62288" y="768096"/>
            <a:ext cx="2578608" cy="2816352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AD8A25-150B-42DF-B6CC-FB1E5225D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0392" y="3956050"/>
            <a:ext cx="7225075" cy="1902749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9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0F9CA6-0CB1-4A9E-96E4-67800B107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826FB8-73AC-4F8B-BD9C-B5E87FC9C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6"/>
            <a:ext cx="3568661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AE5FA5-AF50-4B00-8E20-1B20A667A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3237575-909D-45C0-B594-0B7A40F04B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57344" y="0"/>
            <a:ext cx="7534656" cy="68580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254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8439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918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98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28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50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78C165-B12A-4B46-AC7E-8E730F42CBBA}"/>
              </a:ext>
            </a:extLst>
          </p:cNvPr>
          <p:cNvCxnSpPr>
            <a:cxnSpLocks/>
          </p:cNvCxnSpPr>
          <p:nvPr userDrawn="1"/>
        </p:nvCxnSpPr>
        <p:spPr>
          <a:xfrm>
            <a:off x="4241830" y="495574"/>
            <a:ext cx="3703320" cy="0"/>
          </a:xfrm>
          <a:prstGeom prst="line">
            <a:avLst/>
          </a:prstGeom>
          <a:ln w="82550" cap="flat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5F2DE1-F272-49DD-84C1-C2FB82B723E3}"/>
              </a:ext>
            </a:extLst>
          </p:cNvPr>
          <p:cNvCxnSpPr>
            <a:cxnSpLocks/>
          </p:cNvCxnSpPr>
          <p:nvPr userDrawn="1"/>
        </p:nvCxnSpPr>
        <p:spPr>
          <a:xfrm>
            <a:off x="8042147" y="495574"/>
            <a:ext cx="3703320" cy="0"/>
          </a:xfrm>
          <a:prstGeom prst="line">
            <a:avLst/>
          </a:prstGeom>
          <a:ln w="82550" cap="flat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0BB053-86D6-405E-A719-7B6EF23E7207}"/>
              </a:ext>
            </a:extLst>
          </p:cNvPr>
          <p:cNvCxnSpPr>
            <a:cxnSpLocks/>
          </p:cNvCxnSpPr>
          <p:nvPr userDrawn="1"/>
        </p:nvCxnSpPr>
        <p:spPr>
          <a:xfrm>
            <a:off x="437009" y="495574"/>
            <a:ext cx="3703320" cy="0"/>
          </a:xfrm>
          <a:prstGeom prst="line">
            <a:avLst/>
          </a:prstGeom>
          <a:ln w="82550" cap="flat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29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7" r:id="rId3"/>
    <p:sldLayoutId id="2147483780" r:id="rId4"/>
    <p:sldLayoutId id="2147483764" r:id="rId5"/>
    <p:sldLayoutId id="2147483783" r:id="rId6"/>
    <p:sldLayoutId id="2147483784" r:id="rId7"/>
    <p:sldLayoutId id="2147483767" r:id="rId8"/>
    <p:sldLayoutId id="2147483782" r:id="rId9"/>
    <p:sldLayoutId id="2147483778" r:id="rId10"/>
    <p:sldLayoutId id="2147483779" r:id="rId11"/>
    <p:sldLayoutId id="2147483765" r:id="rId12"/>
    <p:sldLayoutId id="2147483766" r:id="rId13"/>
    <p:sldLayoutId id="2147483769" r:id="rId14"/>
    <p:sldLayoutId id="2147483770" r:id="rId15"/>
    <p:sldLayoutId id="2147483771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hyperlink" Target="https://support.sas.com/resources/papers/proceedings13/095-2013.pdf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59453A-78E9-42AE-AE23-C9D218CBC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704088"/>
            <a:ext cx="10993549" cy="1499616"/>
          </a:xfrm>
        </p:spPr>
        <p:txBody>
          <a:bodyPr/>
          <a:lstStyle/>
          <a:p>
            <a:r>
              <a:rPr lang="en-US" sz="2800" dirty="0"/>
              <a:t>Medical Claim Data – 1</a:t>
            </a:r>
            <a:r>
              <a:rPr lang="en-US" sz="2800" baseline="30000" dirty="0"/>
              <a:t>st</a:t>
            </a:r>
            <a:r>
              <a:rPr lang="en-US" sz="2800" dirty="0"/>
              <a:t> Dive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39AF166-E191-409C-98AE-C2A47C576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/>
          <a:lstStyle/>
          <a:p>
            <a:r>
              <a:rPr lang="en-US" dirty="0" err="1"/>
              <a:t>NumInformatics</a:t>
            </a:r>
            <a:r>
              <a:rPr lang="en-US" dirty="0"/>
              <a:t>, May 2023</a:t>
            </a:r>
          </a:p>
        </p:txBody>
      </p:sp>
      <p:pic>
        <p:nvPicPr>
          <p:cNvPr id="8" name="Picture Placeholder 7" descr="Medical equipment with a stethoscope">
            <a:extLst>
              <a:ext uri="{FF2B5EF4-FFF2-40B4-BE49-F238E27FC236}">
                <a16:creationId xmlns:a16="http://schemas.microsoft.com/office/drawing/2014/main" id="{D9011B7D-CD6B-49C3-8163-9672E7B5EB9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056" y="3081528"/>
            <a:ext cx="11265408" cy="3310128"/>
          </a:xfrm>
        </p:spPr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89711"/>
            <a:ext cx="11029616" cy="988332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A8F6C-85B2-40F8-9392-16F12DC2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1673525"/>
            <a:ext cx="7726044" cy="39373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I. Objective </a:t>
            </a:r>
          </a:p>
          <a:p>
            <a:pPr marL="0" indent="0">
              <a:buNone/>
            </a:pPr>
            <a:r>
              <a:rPr lang="en-US" sz="2000" dirty="0"/>
              <a:t>II. Modeling methodology</a:t>
            </a:r>
          </a:p>
          <a:p>
            <a:pPr marL="6299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Modeling process - overview</a:t>
            </a:r>
          </a:p>
          <a:p>
            <a:pPr marL="6299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Data cleaning</a:t>
            </a:r>
          </a:p>
          <a:p>
            <a:pPr marL="6299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Feature Engineering</a:t>
            </a:r>
            <a:endParaRPr lang="en-US"/>
          </a:p>
          <a:p>
            <a:pPr marL="6299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Sampling</a:t>
            </a:r>
          </a:p>
          <a:p>
            <a:pPr marL="6299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Feature Selection</a:t>
            </a:r>
            <a:endParaRPr lang="en-US" dirty="0"/>
          </a:p>
          <a:p>
            <a:pPr marL="6299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Three models</a:t>
            </a:r>
          </a:p>
          <a:p>
            <a:pPr marL="1241425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Logit model</a:t>
            </a:r>
          </a:p>
          <a:p>
            <a:pPr marL="1241425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Association rule learning</a:t>
            </a:r>
          </a:p>
          <a:p>
            <a:pPr marL="1241425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Decision tree model</a:t>
            </a:r>
          </a:p>
          <a:p>
            <a:pPr marL="0" indent="0">
              <a:buNone/>
            </a:pPr>
            <a:r>
              <a:rPr lang="en-US" sz="2000" dirty="0"/>
              <a:t>III. Next Steps</a:t>
            </a:r>
          </a:p>
          <a:p>
            <a:pPr marL="0" indent="0">
              <a:buNone/>
            </a:pPr>
            <a:r>
              <a:rPr lang="en-US" sz="2000" dirty="0"/>
              <a:t>Appendices</a:t>
            </a:r>
            <a:endParaRPr lang="en-US" sz="1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00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A8F6C-85B2-40F8-9392-16F12DC2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1923691"/>
            <a:ext cx="10374353" cy="3937361"/>
          </a:xfrm>
        </p:spPr>
        <p:txBody>
          <a:bodyPr>
            <a:noAutofit/>
          </a:bodyPr>
          <a:lstStyle/>
          <a:p>
            <a:r>
              <a:rPr lang="en-US" sz="2400" dirty="0"/>
              <a:t>Use the data of 17m records of claim data to infer rules used by analysts to deciding whether to file a claim or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31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E655-B3CC-395B-99D8-FDD90BA4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95" y="348087"/>
            <a:ext cx="11029616" cy="987552"/>
          </a:xfrm>
        </p:spPr>
        <p:txBody>
          <a:bodyPr/>
          <a:lstStyle/>
          <a:p>
            <a:r>
              <a:rPr lang="en-US" dirty="0"/>
              <a:t>II. Modeling methodology</a:t>
            </a:r>
            <a:br>
              <a:rPr lang="en-US" dirty="0"/>
            </a:br>
            <a:r>
              <a:rPr lang="en-US" sz="1600" dirty="0"/>
              <a:t>Modeling process -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BFAD1B-B406-0B68-7953-B686A5C3E628}"/>
              </a:ext>
            </a:extLst>
          </p:cNvPr>
          <p:cNvSpPr/>
          <p:nvPr/>
        </p:nvSpPr>
        <p:spPr>
          <a:xfrm>
            <a:off x="1246632" y="1513902"/>
            <a:ext cx="2235200" cy="78232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Step 1</a:t>
            </a:r>
          </a:p>
          <a:p>
            <a:pPr algn="ctr"/>
            <a:r>
              <a:rPr lang="en-US" dirty="0"/>
              <a:t>Data 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77F77-B837-0E5F-5AB6-3BB24A81740A}"/>
              </a:ext>
            </a:extLst>
          </p:cNvPr>
          <p:cNvSpPr txBox="1"/>
          <p:nvPr/>
        </p:nvSpPr>
        <p:spPr>
          <a:xfrm>
            <a:off x="3569304" y="1570043"/>
            <a:ext cx="7446628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/>
              <a:t>Use business rules and data analysis to remove the following variables: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Unrelated to patients or providers such as edits-related columns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Variables that should not be used for decisioning. 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6B2850-573E-D06D-0228-7A91EFB3AA58}"/>
              </a:ext>
            </a:extLst>
          </p:cNvPr>
          <p:cNvSpPr/>
          <p:nvPr/>
        </p:nvSpPr>
        <p:spPr>
          <a:xfrm>
            <a:off x="2364232" y="2765031"/>
            <a:ext cx="2235200" cy="78232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Step 2</a:t>
            </a:r>
          </a:p>
          <a:p>
            <a:pPr algn="ctr"/>
            <a:r>
              <a:rPr lang="en-US" dirty="0"/>
              <a:t>Feature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603B0E-7ADA-0F91-AE76-BAC29B90DAA5}"/>
              </a:ext>
            </a:extLst>
          </p:cNvPr>
          <p:cNvSpPr txBox="1"/>
          <p:nvPr/>
        </p:nvSpPr>
        <p:spPr>
          <a:xfrm>
            <a:off x="4599432" y="2926453"/>
            <a:ext cx="691683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Most columns are in texts.  They need to be encoded to numeric values for modeling. </a:t>
            </a:r>
          </a:p>
          <a:p>
            <a:pPr marL="285750" indent="-285750">
              <a:buFontTx/>
              <a:buChar char="-"/>
            </a:pPr>
            <a:r>
              <a:rPr lang="en-US" sz="1400"/>
              <a:t>Medical codes  encoding. 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530E1C6-8634-3406-8F8D-7CB2EB043B39}"/>
              </a:ext>
            </a:extLst>
          </p:cNvPr>
          <p:cNvSpPr/>
          <p:nvPr/>
        </p:nvSpPr>
        <p:spPr>
          <a:xfrm>
            <a:off x="2569464" y="2377440"/>
            <a:ext cx="609600" cy="316038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C115EF2-8877-FE29-A356-92402FCB35DD}"/>
              </a:ext>
            </a:extLst>
          </p:cNvPr>
          <p:cNvSpPr/>
          <p:nvPr/>
        </p:nvSpPr>
        <p:spPr>
          <a:xfrm>
            <a:off x="3087196" y="3661775"/>
            <a:ext cx="609600" cy="316038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EFBB4C-C877-D04F-DED3-CA892612DFB5}"/>
              </a:ext>
            </a:extLst>
          </p:cNvPr>
          <p:cNvSpPr txBox="1"/>
          <p:nvPr/>
        </p:nvSpPr>
        <p:spPr>
          <a:xfrm>
            <a:off x="2569464" y="6112845"/>
            <a:ext cx="914079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The three methods provide insights from different perspectives.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6D990E-EB0F-82F2-4870-B06F9AB74608}"/>
              </a:ext>
            </a:extLst>
          </p:cNvPr>
          <p:cNvSpPr/>
          <p:nvPr/>
        </p:nvSpPr>
        <p:spPr>
          <a:xfrm>
            <a:off x="2954528" y="4094013"/>
            <a:ext cx="2529840" cy="99317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3-1</a:t>
            </a:r>
          </a:p>
          <a:p>
            <a:pPr algn="ctr"/>
            <a:r>
              <a:rPr lang="en-US" dirty="0"/>
              <a:t>Propensity score based on logistic regression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B139C1-92A3-D7D8-1119-E9E089AEDE70}"/>
              </a:ext>
            </a:extLst>
          </p:cNvPr>
          <p:cNvSpPr txBox="1"/>
          <p:nvPr/>
        </p:nvSpPr>
        <p:spPr>
          <a:xfrm>
            <a:off x="2868328" y="5158738"/>
            <a:ext cx="2678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Select 50,000 or more records with highest propensity score and with claims filed to find main drivers behind.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489106-54CC-1CE6-D216-0F06B44B48FA}"/>
              </a:ext>
            </a:extLst>
          </p:cNvPr>
          <p:cNvSpPr/>
          <p:nvPr/>
        </p:nvSpPr>
        <p:spPr>
          <a:xfrm>
            <a:off x="6258560" y="4094013"/>
            <a:ext cx="2529840" cy="99317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3-2</a:t>
            </a:r>
          </a:p>
          <a:p>
            <a:pPr algn="ctr"/>
            <a:r>
              <a:rPr lang="en-US" dirty="0"/>
              <a:t>Derived rules based on association rule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A4A44E-2360-2C38-64A6-DEE83D9DEB99}"/>
              </a:ext>
            </a:extLst>
          </p:cNvPr>
          <p:cNvSpPr txBox="1"/>
          <p:nvPr/>
        </p:nvSpPr>
        <p:spPr>
          <a:xfrm>
            <a:off x="9393080" y="5158738"/>
            <a:ext cx="2798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set of if-then statements can be generated to infer rules used by analysts.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F79F45-BA11-E1FB-7DA1-50DAAF9FA8A2}"/>
              </a:ext>
            </a:extLst>
          </p:cNvPr>
          <p:cNvSpPr/>
          <p:nvPr/>
        </p:nvSpPr>
        <p:spPr>
          <a:xfrm>
            <a:off x="9479280" y="4094013"/>
            <a:ext cx="2529840" cy="99317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3-3</a:t>
            </a:r>
          </a:p>
          <a:p>
            <a:pPr algn="ctr"/>
            <a:r>
              <a:rPr lang="en-US" dirty="0"/>
              <a:t>Derived rules based on decision tree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DA5548-F58E-46FE-94B9-62835EC0B70D}"/>
              </a:ext>
            </a:extLst>
          </p:cNvPr>
          <p:cNvSpPr txBox="1"/>
          <p:nvPr/>
        </p:nvSpPr>
        <p:spPr>
          <a:xfrm>
            <a:off x="6258560" y="5166543"/>
            <a:ext cx="2798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set of if-then statements can be generated to infer rules used by analysts. </a:t>
            </a:r>
          </a:p>
        </p:txBody>
      </p:sp>
      <p:sp>
        <p:nvSpPr>
          <p:cNvPr id="24" name="Plus Sign 23">
            <a:extLst>
              <a:ext uri="{FF2B5EF4-FFF2-40B4-BE49-F238E27FC236}">
                <a16:creationId xmlns:a16="http://schemas.microsoft.com/office/drawing/2014/main" id="{B6A104C8-E332-D0CB-F92E-B7B203DA22D1}"/>
              </a:ext>
            </a:extLst>
          </p:cNvPr>
          <p:cNvSpPr/>
          <p:nvPr/>
        </p:nvSpPr>
        <p:spPr>
          <a:xfrm>
            <a:off x="5667248" y="4342762"/>
            <a:ext cx="428752" cy="404261"/>
          </a:xfrm>
          <a:prstGeom prst="mathPlu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lus Sign 24">
            <a:extLst>
              <a:ext uri="{FF2B5EF4-FFF2-40B4-BE49-F238E27FC236}">
                <a16:creationId xmlns:a16="http://schemas.microsoft.com/office/drawing/2014/main" id="{94CCC993-D2FB-CD81-1CA3-D946692DBF96}"/>
              </a:ext>
            </a:extLst>
          </p:cNvPr>
          <p:cNvSpPr/>
          <p:nvPr/>
        </p:nvSpPr>
        <p:spPr>
          <a:xfrm>
            <a:off x="8919464" y="4342762"/>
            <a:ext cx="428752" cy="404261"/>
          </a:xfrm>
          <a:prstGeom prst="mathPlu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1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91" y="476014"/>
            <a:ext cx="11029616" cy="988332"/>
          </a:xfrm>
        </p:spPr>
        <p:txBody>
          <a:bodyPr>
            <a:normAutofit/>
          </a:bodyPr>
          <a:lstStyle/>
          <a:p>
            <a:r>
              <a:rPr lang="en-US" dirty="0"/>
              <a:t>II. Modeling methodology</a:t>
            </a:r>
            <a:br>
              <a:rPr lang="en-US" dirty="0"/>
            </a:br>
            <a:r>
              <a:rPr lang="en-US" sz="1600" dirty="0"/>
              <a:t>Data Cleaning based on business rules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A8F6C-85B2-40F8-9392-16F12DC2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7291" y="1639961"/>
            <a:ext cx="10492420" cy="3937361"/>
          </a:xfrm>
        </p:spPr>
        <p:txBody>
          <a:bodyPr>
            <a:noAutofit/>
          </a:bodyPr>
          <a:lstStyle/>
          <a:p>
            <a:pPr marL="305435" indent="-305435"/>
            <a:r>
              <a:rPr lang="en-US" sz="2400" dirty="0"/>
              <a:t>Only services received by patients and providers’ information can be used for decisioning.   We exclude the following fields: </a:t>
            </a:r>
            <a:endParaRPr lang="en-US"/>
          </a:p>
          <a:p>
            <a:pPr marL="629920" lvl="1" indent="-305435"/>
            <a:r>
              <a:rPr lang="en-US" sz="2200" dirty="0"/>
              <a:t>Edits-related information should be not be used for decision. </a:t>
            </a:r>
          </a:p>
          <a:p>
            <a:pPr marL="629920" lvl="1" indent="-305435"/>
            <a:r>
              <a:rPr lang="en-US" sz="2200" dirty="0"/>
              <a:t>Columns for ID’s as they usually do not carry meanings.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2200" dirty="0"/>
              <a:t>	</a:t>
            </a:r>
            <a:r>
              <a:rPr lang="en-US" sz="1800" i="1" dirty="0"/>
              <a:t>  Note: Prefixes and suffixes of providers are retained as they usually mean types of services.</a:t>
            </a:r>
          </a:p>
          <a:p>
            <a:pPr marL="629920" lvl="1" indent="-305435"/>
            <a:r>
              <a:rPr lang="en-US" sz="2200" dirty="0"/>
              <a:t>Patient-related information that should not be used for decisioning such as</a:t>
            </a:r>
          </a:p>
          <a:p>
            <a:pPr marL="899795" lvl="2" indent="-269875">
              <a:spcBef>
                <a:spcPts val="0"/>
              </a:spcBef>
            </a:pPr>
            <a:r>
              <a:rPr lang="en-US" sz="1600" dirty="0"/>
              <a:t>Age</a:t>
            </a:r>
          </a:p>
          <a:p>
            <a:pPr marL="899795" lvl="2" indent="-269875">
              <a:spcBef>
                <a:spcPts val="0"/>
              </a:spcBef>
            </a:pPr>
            <a:r>
              <a:rPr lang="en-US" sz="1600" dirty="0"/>
              <a:t>Gender</a:t>
            </a:r>
          </a:p>
          <a:p>
            <a:pPr marL="899795" lvl="2" indent="-269875">
              <a:spcBef>
                <a:spcPts val="0"/>
              </a:spcBef>
            </a:pPr>
            <a:r>
              <a:rPr lang="en-US" sz="1600" dirty="0"/>
              <a:t>Length of Service</a:t>
            </a:r>
          </a:p>
          <a:p>
            <a:pPr marL="323850" lvl="1" indent="0">
              <a:buNone/>
            </a:pPr>
            <a:r>
              <a:rPr lang="en-US" sz="2200" dirty="0"/>
              <a:t>		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54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91" y="551116"/>
            <a:ext cx="11029616" cy="988332"/>
          </a:xfrm>
        </p:spPr>
        <p:txBody>
          <a:bodyPr>
            <a:normAutofit/>
          </a:bodyPr>
          <a:lstStyle/>
          <a:p>
            <a:r>
              <a:rPr lang="en-US" dirty="0"/>
              <a:t>1I. Modeling methodology</a:t>
            </a:r>
            <a:br>
              <a:rPr lang="en-US" dirty="0"/>
            </a:br>
            <a:r>
              <a:rPr lang="en-US" sz="1800" dirty="0"/>
              <a:t>Data Cleaning based on data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A8F6C-85B2-40F8-9392-16F12DC2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7291" y="1795237"/>
            <a:ext cx="6811645" cy="3937361"/>
          </a:xfrm>
        </p:spPr>
        <p:txBody>
          <a:bodyPr>
            <a:noAutofit/>
          </a:bodyPr>
          <a:lstStyle/>
          <a:p>
            <a:r>
              <a:rPr lang="en-US" sz="2400" dirty="0"/>
              <a:t>We use Information Value (IV) to get a preliminary view of predictive powers of usable columns. 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Claim-amount related columns are most predictive.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Edit-related columns are very predictive, but they cannot be used.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Patient’s age, gender and length of service received are not predictive</a:t>
            </a:r>
            <a:r>
              <a:rPr lang="en-US" sz="2200" dirty="0"/>
              <a:t>. </a:t>
            </a:r>
          </a:p>
          <a:p>
            <a:pPr marL="324000" lvl="1" indent="0">
              <a:buNone/>
            </a:pPr>
            <a:r>
              <a:rPr lang="en-US" dirty="0"/>
              <a:t>No variable transformation is needed to run IV evaluation, but text variables cannot be directly used for modeling without transformation</a:t>
            </a:r>
          </a:p>
          <a:p>
            <a:pPr marL="0" lvl="1" indent="0">
              <a:spcBef>
                <a:spcPts val="0"/>
              </a:spcBef>
              <a:buNone/>
            </a:pPr>
            <a:endParaRPr lang="en-US" sz="1200" dirty="0"/>
          </a:p>
          <a:p>
            <a:pPr marL="0" lvl="1" indent="0">
              <a:spcBef>
                <a:spcPts val="0"/>
              </a:spcBef>
              <a:buNone/>
            </a:pPr>
            <a:r>
              <a:rPr lang="en-US" sz="1200" dirty="0"/>
              <a:t>Source: 	</a:t>
            </a:r>
            <a:r>
              <a:rPr lang="en-US" sz="1200" dirty="0">
                <a:hlinkClick r:id="rId2"/>
              </a:rPr>
              <a:t>095-2013: Variable Reduction in SAS® by Using Weight of Evidence and Information Value</a:t>
            </a:r>
            <a:endParaRPr lang="en-US" sz="1200" i="1" dirty="0"/>
          </a:p>
          <a:p>
            <a:pPr marL="0" lvl="1" indent="0">
              <a:spcBef>
                <a:spcPts val="0"/>
              </a:spcBef>
              <a:buNone/>
            </a:pPr>
            <a:r>
              <a:rPr lang="en-US" sz="1800" i="1" dirty="0"/>
              <a:t> </a:t>
            </a:r>
            <a:r>
              <a:rPr lang="en-US" sz="2200" dirty="0"/>
              <a:t>		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FC7AC8-C1FF-4125-99AB-29C9CC0014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2C444-CA9C-78A7-A2B1-62E73742C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242" y="551116"/>
            <a:ext cx="2361297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9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84" y="263832"/>
            <a:ext cx="11029616" cy="988332"/>
          </a:xfrm>
        </p:spPr>
        <p:txBody>
          <a:bodyPr/>
          <a:lstStyle/>
          <a:p>
            <a:r>
              <a:rPr lang="en-US" dirty="0"/>
              <a:t>II. Modeling methodology</a:t>
            </a:r>
            <a:br>
              <a:rPr lang="en-US" dirty="0"/>
            </a:br>
            <a:r>
              <a:rPr lang="en-US" sz="1600" dirty="0"/>
              <a:t>Text encoding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A8F6C-85B2-40F8-9392-16F12DC2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37" y="1650382"/>
            <a:ext cx="10123124" cy="3937361"/>
          </a:xfrm>
        </p:spPr>
        <p:txBody>
          <a:bodyPr>
            <a:noAutofit/>
          </a:bodyPr>
          <a:lstStyle/>
          <a:p>
            <a:pPr marL="305435" indent="-305435"/>
            <a:r>
              <a:rPr lang="en-US" sz="2400" dirty="0"/>
              <a:t>Predictive modeling and machine learning require that all columns should be expressed in numbers. </a:t>
            </a:r>
            <a:endParaRPr lang="en-US"/>
          </a:p>
          <a:p>
            <a:pPr marL="305435" indent="-305435"/>
            <a:r>
              <a:rPr lang="en-US" sz="2400" dirty="0"/>
              <a:t>Medical codes encoding for following attributes:  </a:t>
            </a:r>
          </a:p>
          <a:p>
            <a:pPr marL="629920" lvl="1" indent="-305435"/>
            <a:r>
              <a:rPr lang="en-US" sz="1400" dirty="0"/>
              <a:t>Diagnosis code</a:t>
            </a:r>
          </a:p>
          <a:p>
            <a:pPr marL="629920" lvl="1" indent="-305435"/>
            <a:r>
              <a:rPr lang="en-US" sz="1400" dirty="0"/>
              <a:t>Product code</a:t>
            </a:r>
          </a:p>
          <a:p>
            <a:pPr marL="629920" lvl="1" indent="-305435"/>
            <a:r>
              <a:rPr lang="en-US" sz="1400" dirty="0"/>
              <a:t>Provider specialty category code</a:t>
            </a:r>
          </a:p>
          <a:p>
            <a:pPr marL="629920" lvl="1" indent="-305435"/>
            <a:r>
              <a:rPr lang="en-US" sz="1400" dirty="0"/>
              <a:t>Procedure code (CPT I, CPT II and CPT III)</a:t>
            </a:r>
          </a:p>
          <a:p>
            <a:pPr marL="323850" lvl="1" indent="0">
              <a:buNone/>
            </a:pPr>
            <a:r>
              <a:rPr lang="en-US" sz="1400" dirty="0"/>
              <a:t>Definitions of the following codes cannot be found.  Their flag value was appended as a suffix to the variable:</a:t>
            </a:r>
          </a:p>
          <a:p>
            <a:pPr marL="629920" lvl="1" indent="-305435"/>
            <a:r>
              <a:rPr lang="en-US" sz="1400" dirty="0"/>
              <a:t>Place of service code</a:t>
            </a:r>
          </a:p>
          <a:p>
            <a:pPr marL="629920" lvl="1" indent="-305435"/>
            <a:r>
              <a:rPr lang="en-US" sz="1400" dirty="0"/>
              <a:t>Revenue code (encoded to rvnu_0000, rvnu_0240 and </a:t>
            </a:r>
            <a:r>
              <a:rPr lang="en-US" sz="1400" dirty="0" err="1"/>
              <a:t>rvnu_other</a:t>
            </a:r>
            <a:r>
              <a:rPr lang="en-US" sz="1400" dirty="0"/>
              <a:t>)</a:t>
            </a:r>
          </a:p>
          <a:p>
            <a:pPr marL="629920" lvl="2" indent="0">
              <a:buNone/>
            </a:pPr>
            <a:r>
              <a:rPr lang="en-US" sz="1200" dirty="0"/>
              <a:t>The first two codes already account for 95% of all revenue codes. </a:t>
            </a:r>
          </a:p>
          <a:p>
            <a:pPr marL="629920" lvl="1" indent="-305435"/>
            <a:r>
              <a:rPr lang="en-US" sz="1400" dirty="0"/>
              <a:t>Provider’s TIN prefix code</a:t>
            </a:r>
          </a:p>
          <a:p>
            <a:pPr marL="629920" lvl="1" indent="-305435"/>
            <a:r>
              <a:rPr lang="en-US" sz="1400" dirty="0"/>
              <a:t>Provider’s TIN suffix code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8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84" y="263832"/>
            <a:ext cx="11029616" cy="988332"/>
          </a:xfrm>
        </p:spPr>
        <p:txBody>
          <a:bodyPr/>
          <a:lstStyle/>
          <a:p>
            <a:r>
              <a:rPr lang="en-US" dirty="0"/>
              <a:t>II. Modeling methodology</a:t>
            </a:r>
            <a:br>
              <a:rPr lang="en-US" dirty="0"/>
            </a:br>
            <a:r>
              <a:rPr lang="en-US" sz="1600" dirty="0"/>
              <a:t>Feature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F8EAF-E302-1C46-84F1-F6BCD59B5E34}"/>
              </a:ext>
            </a:extLst>
          </p:cNvPr>
          <p:cNvSpPr txBox="1"/>
          <p:nvPr/>
        </p:nvSpPr>
        <p:spPr>
          <a:xfrm>
            <a:off x="382784" y="1465716"/>
            <a:ext cx="5003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 of encoding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30A87-AF31-5FC7-8F63-D9CB59083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313" y="2276966"/>
            <a:ext cx="4637943" cy="95555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9FCF04-8856-0F5A-F4D8-5A22828FDFC9}"/>
              </a:ext>
            </a:extLst>
          </p:cNvPr>
          <p:cNvCxnSpPr>
            <a:cxnSpLocks/>
          </p:cNvCxnSpPr>
          <p:nvPr/>
        </p:nvCxnSpPr>
        <p:spPr>
          <a:xfrm flipH="1">
            <a:off x="3546286" y="3173507"/>
            <a:ext cx="752100" cy="112780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FAE34F-F46E-26D1-52D0-30C458773ED3}"/>
              </a:ext>
            </a:extLst>
          </p:cNvPr>
          <p:cNvCxnSpPr>
            <a:cxnSpLocks/>
          </p:cNvCxnSpPr>
          <p:nvPr/>
        </p:nvCxnSpPr>
        <p:spPr>
          <a:xfrm>
            <a:off x="4886077" y="3188753"/>
            <a:ext cx="47105" cy="108233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306F88-8B1D-985A-6338-60AE09380B24}"/>
              </a:ext>
            </a:extLst>
          </p:cNvPr>
          <p:cNvCxnSpPr>
            <a:cxnSpLocks/>
          </p:cNvCxnSpPr>
          <p:nvPr/>
        </p:nvCxnSpPr>
        <p:spPr>
          <a:xfrm flipH="1">
            <a:off x="2315581" y="2825403"/>
            <a:ext cx="2113516" cy="129158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6C60B3-81E6-BDA3-7DD5-1376D0BFB6BF}"/>
              </a:ext>
            </a:extLst>
          </p:cNvPr>
          <p:cNvCxnSpPr>
            <a:cxnSpLocks/>
          </p:cNvCxnSpPr>
          <p:nvPr/>
        </p:nvCxnSpPr>
        <p:spPr>
          <a:xfrm>
            <a:off x="6244129" y="2903299"/>
            <a:ext cx="373945" cy="113204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F4575D-5D6F-0F6D-A2E7-65558CFD825F}"/>
              </a:ext>
            </a:extLst>
          </p:cNvPr>
          <p:cNvCxnSpPr>
            <a:cxnSpLocks/>
          </p:cNvCxnSpPr>
          <p:nvPr/>
        </p:nvCxnSpPr>
        <p:spPr>
          <a:xfrm>
            <a:off x="6431101" y="3104915"/>
            <a:ext cx="1786714" cy="116616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3B4C10-0C34-9571-5A28-A36E5B94BD24}"/>
              </a:ext>
            </a:extLst>
          </p:cNvPr>
          <p:cNvSpPr txBox="1"/>
          <p:nvPr/>
        </p:nvSpPr>
        <p:spPr>
          <a:xfrm>
            <a:off x="4471009" y="4941709"/>
            <a:ext cx="3638127" cy="1402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solidFill>
                  <a:srgbClr val="222222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 CPT</a:t>
            </a:r>
            <a:r>
              <a:rPr lang="en-US" sz="1000" b="1" kern="0" baseline="30000" dirty="0">
                <a:solidFill>
                  <a:srgbClr val="222222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®</a:t>
            </a:r>
            <a:r>
              <a:rPr lang="en-US" sz="1000" b="1" kern="0" dirty="0">
                <a:solidFill>
                  <a:srgbClr val="222222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Category I codes: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Evaluation &amp; Management (99202–99499)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Anesthesia (00100–01999)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Surgery (10021–69990) 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Radiology Procedures (70010–79999)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Pathology and Laboratory Procedures (80047–89398)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Medicine Services and Procedures (90281–99607)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0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12E79C-662F-D74F-0D22-AC518FCD0EF5}"/>
              </a:ext>
            </a:extLst>
          </p:cNvPr>
          <p:cNvSpPr txBox="1"/>
          <p:nvPr/>
        </p:nvSpPr>
        <p:spPr>
          <a:xfrm>
            <a:off x="8014265" y="4673541"/>
            <a:ext cx="4177735" cy="1998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000" b="1" kern="0" dirty="0">
                <a:solidFill>
                  <a:srgbClr val="222222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 CPT</a:t>
            </a:r>
            <a:r>
              <a:rPr lang="en-US" sz="1000" b="1" kern="0" baseline="30000" dirty="0">
                <a:solidFill>
                  <a:srgbClr val="222222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® </a:t>
            </a:r>
            <a:r>
              <a:rPr lang="en-US" sz="1000" b="1" kern="0" dirty="0">
                <a:solidFill>
                  <a:srgbClr val="222222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Category II codes: 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Composite Measures (0001F–0015F)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 Management (0500F–0584F)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 History (1000F–1505F)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Physical Examination (2000F–2060F)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Diagnostic/Screening Processes or Results (3006F–3776F)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Therapeutic, Preventive, or Other Interventions (4000F–4563F)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Follow-up or Other Outcomes (5005F–5250F)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 Safety (6005F–6150F)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Structural Measures (7010F–7025F)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000" kern="0" dirty="0" err="1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Nonmeasure</a:t>
            </a:r>
            <a:r>
              <a:rPr lang="en-US" sz="1000" kern="0" dirty="0">
                <a:solidFill>
                  <a:srgbClr val="333333"/>
                </a:solidFill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Code Listing (9001F–9007F)</a:t>
            </a:r>
            <a:endParaRPr lang="en-US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5A5090D6-1D89-7B35-B62E-AAED11AAC0EE}"/>
              </a:ext>
            </a:extLst>
          </p:cNvPr>
          <p:cNvSpPr/>
          <p:nvPr/>
        </p:nvSpPr>
        <p:spPr>
          <a:xfrm>
            <a:off x="4503294" y="4602989"/>
            <a:ext cx="7604416" cy="2068984"/>
          </a:xfrm>
          <a:prstGeom prst="flowChartProcess">
            <a:avLst/>
          </a:prstGeom>
          <a:solidFill>
            <a:srgbClr val="0070C0">
              <a:alpha val="1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72D690-1640-5CFF-7F9C-B0DBBFEA066A}"/>
              </a:ext>
            </a:extLst>
          </p:cNvPr>
          <p:cNvSpPr txBox="1"/>
          <p:nvPr/>
        </p:nvSpPr>
        <p:spPr>
          <a:xfrm>
            <a:off x="454725" y="5062349"/>
            <a:ext cx="38327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granular classifications of each code is not encoded.  Otherwise the data will explode in size and encoded variables will be too diluted for modeling.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DD8E5-6B45-8084-9E29-6A28EB5A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293" y="876230"/>
            <a:ext cx="3638127" cy="2757562"/>
          </a:xfrm>
          <a:prstGeom prst="rect">
            <a:avLst/>
          </a:prstGeom>
        </p:spPr>
      </p:pic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76F8D399-4B63-5BA2-C153-59008D80E074}"/>
              </a:ext>
            </a:extLst>
          </p:cNvPr>
          <p:cNvSpPr/>
          <p:nvPr/>
        </p:nvSpPr>
        <p:spPr>
          <a:xfrm>
            <a:off x="8202100" y="640466"/>
            <a:ext cx="3869453" cy="2993325"/>
          </a:xfrm>
          <a:prstGeom prst="flowChartProcess">
            <a:avLst/>
          </a:prstGeom>
          <a:solidFill>
            <a:srgbClr val="0070C0">
              <a:alpha val="1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D69E02-BD76-E514-A5F4-3C060B48E2A7}"/>
              </a:ext>
            </a:extLst>
          </p:cNvPr>
          <p:cNvSpPr txBox="1"/>
          <p:nvPr/>
        </p:nvSpPr>
        <p:spPr>
          <a:xfrm>
            <a:off x="8217815" y="604109"/>
            <a:ext cx="2707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Diagnosis codes: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DD03B4-EA68-7012-97F0-EE9554EBD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430" y="3571242"/>
            <a:ext cx="8763000" cy="87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76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84" y="263832"/>
            <a:ext cx="11029616" cy="988332"/>
          </a:xfrm>
        </p:spPr>
        <p:txBody>
          <a:bodyPr/>
          <a:lstStyle/>
          <a:p>
            <a:r>
              <a:rPr lang="en-US" dirty="0"/>
              <a:t>II. Modeling methodology</a:t>
            </a:r>
            <a:br>
              <a:rPr lang="en-US" dirty="0"/>
            </a:br>
            <a:r>
              <a:rPr lang="en-US" sz="1600" dirty="0"/>
              <a:t>Sampling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81F77E-1A65-C6D8-3792-DA7018C08E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1751097"/>
              </p:ext>
            </p:extLst>
          </p:nvPr>
        </p:nvGraphicFramePr>
        <p:xfrm>
          <a:off x="1472665" y="365760"/>
          <a:ext cx="9355755" cy="6228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3DC0CE-ABBB-D7AC-191E-7605F4C025E3}"/>
              </a:ext>
            </a:extLst>
          </p:cNvPr>
          <p:cNvSpPr txBox="1"/>
          <p:nvPr/>
        </p:nvSpPr>
        <p:spPr>
          <a:xfrm>
            <a:off x="5197641" y="5243869"/>
            <a:ext cx="25506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Down sampling due to limited computing power: </a:t>
            </a:r>
          </a:p>
          <a:p>
            <a:r>
              <a:rPr lang="en-US" sz="1400" dirty="0"/>
              <a:t>	3.7 GHz</a:t>
            </a:r>
          </a:p>
          <a:p>
            <a:r>
              <a:rPr lang="en-US" sz="1400" dirty="0"/>
              <a:t>	64GB ram</a:t>
            </a:r>
          </a:p>
          <a:p>
            <a:r>
              <a:rPr lang="en-US" sz="1400" dirty="0"/>
              <a:t>Increasing sample size will increase run time considerably.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7A1BC-54C8-F293-ACC2-ED1289792638}"/>
              </a:ext>
            </a:extLst>
          </p:cNvPr>
          <p:cNvSpPr txBox="1"/>
          <p:nvPr/>
        </p:nvSpPr>
        <p:spPr>
          <a:xfrm>
            <a:off x="8633860" y="5243868"/>
            <a:ext cx="21945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 Further sampling down for running association rule.</a:t>
            </a:r>
          </a:p>
          <a:p>
            <a:r>
              <a:rPr lang="en-US" sz="1400" dirty="0"/>
              <a:t>- Use a balanced sample to run decision tree model </a:t>
            </a:r>
          </a:p>
        </p:txBody>
      </p:sp>
    </p:spTree>
    <p:extLst>
      <p:ext uri="{BB962C8B-B14F-4D97-AF65-F5344CB8AC3E}">
        <p14:creationId xmlns:p14="http://schemas.microsoft.com/office/powerpoint/2010/main" val="1067704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91" y="476014"/>
            <a:ext cx="11029616" cy="988332"/>
          </a:xfrm>
        </p:spPr>
        <p:txBody>
          <a:bodyPr/>
          <a:lstStyle/>
          <a:p>
            <a:r>
              <a:rPr lang="en-US" dirty="0"/>
              <a:t>II. Three Models</a:t>
            </a:r>
            <a:br>
              <a:rPr lang="en-US" dirty="0"/>
            </a:b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A8F6C-85B2-40F8-9392-16F12DC2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7291" y="1303213"/>
            <a:ext cx="10294252" cy="515566"/>
          </a:xfrm>
        </p:spPr>
        <p:txBody>
          <a:bodyPr>
            <a:noAutofit/>
          </a:bodyPr>
          <a:lstStyle/>
          <a:p>
            <a:r>
              <a:rPr lang="en-US" sz="2400" dirty="0"/>
              <a:t>Three models ran in parallel.  They provides insights from different perspective</a:t>
            </a:r>
            <a:r>
              <a:rPr lang="en-US" sz="2200" dirty="0"/>
              <a:t>		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E21D0-345E-5B9C-AF37-50F33496575E}"/>
              </a:ext>
            </a:extLst>
          </p:cNvPr>
          <p:cNvSpPr/>
          <p:nvPr/>
        </p:nvSpPr>
        <p:spPr>
          <a:xfrm>
            <a:off x="1157601" y="2888513"/>
            <a:ext cx="2529840" cy="99317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3-1</a:t>
            </a:r>
          </a:p>
          <a:p>
            <a:pPr algn="ctr"/>
            <a:r>
              <a:rPr lang="en-US" dirty="0"/>
              <a:t>Propensity score based on logistic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E0970-0ACA-4DD6-7758-172759A48F43}"/>
              </a:ext>
            </a:extLst>
          </p:cNvPr>
          <p:cNvSpPr txBox="1"/>
          <p:nvPr/>
        </p:nvSpPr>
        <p:spPr>
          <a:xfrm>
            <a:off x="1083933" y="3929835"/>
            <a:ext cx="267845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Select 50,000 or more records with highest propensity score and with claims filed to find main drivers behind.</a:t>
            </a:r>
          </a:p>
          <a:p>
            <a:r>
              <a:rPr lang="en-US" sz="800" dirty="0"/>
              <a:t> </a:t>
            </a:r>
          </a:p>
          <a:p>
            <a:r>
              <a:rPr lang="en-US" sz="1400" u="sng" dirty="0"/>
              <a:t>Pros</a:t>
            </a:r>
            <a:r>
              <a:rPr lang="en-US" sz="1400" dirty="0"/>
              <a:t>: Clear and wholistic revelation of important factors. Can be used for redrafting rules for a majority of claims.</a:t>
            </a:r>
          </a:p>
          <a:p>
            <a:r>
              <a:rPr lang="en-US" sz="1400" u="sng" dirty="0"/>
              <a:t>Cons</a:t>
            </a:r>
            <a:r>
              <a:rPr lang="en-US" sz="1400" dirty="0"/>
              <a:t>: No rules extracted. Some variables might not perform as expected.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4283E-80D4-4BDF-5BC1-F30DD77A6960}"/>
              </a:ext>
            </a:extLst>
          </p:cNvPr>
          <p:cNvSpPr/>
          <p:nvPr/>
        </p:nvSpPr>
        <p:spPr>
          <a:xfrm>
            <a:off x="4461633" y="2888513"/>
            <a:ext cx="2529840" cy="99317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3-2</a:t>
            </a:r>
          </a:p>
          <a:p>
            <a:pPr algn="ctr"/>
            <a:r>
              <a:rPr lang="en-US" dirty="0"/>
              <a:t>Derived rules based on association rules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F2C50-2447-4AD5-4BF4-C05F34037B6B}"/>
              </a:ext>
            </a:extLst>
          </p:cNvPr>
          <p:cNvSpPr txBox="1"/>
          <p:nvPr/>
        </p:nvSpPr>
        <p:spPr>
          <a:xfrm>
            <a:off x="7651830" y="3881684"/>
            <a:ext cx="2798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set of if-then statements can be generated to infer rules used by analysts. </a:t>
            </a:r>
          </a:p>
          <a:p>
            <a:endParaRPr lang="en-US" sz="1400" dirty="0"/>
          </a:p>
          <a:p>
            <a:r>
              <a:rPr lang="en-US" sz="1400" u="sng" dirty="0"/>
              <a:t>Pros</a:t>
            </a:r>
            <a:r>
              <a:rPr lang="en-US" sz="1400" dirty="0"/>
              <a:t>: Exact rules can be generated. </a:t>
            </a:r>
          </a:p>
          <a:p>
            <a:r>
              <a:rPr lang="en-US" sz="1400" u="sng" dirty="0"/>
              <a:t>Cons</a:t>
            </a:r>
            <a:r>
              <a:rPr lang="en-US" sz="1400" dirty="0"/>
              <a:t>: Rules tend to look fragmented with no easy ways to interconnect or integrate them.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1CF14-6824-39D3-2704-0F5090AFFF71}"/>
              </a:ext>
            </a:extLst>
          </p:cNvPr>
          <p:cNvSpPr/>
          <p:nvPr/>
        </p:nvSpPr>
        <p:spPr>
          <a:xfrm>
            <a:off x="7682353" y="2888513"/>
            <a:ext cx="2529840" cy="99317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 3-3</a:t>
            </a:r>
          </a:p>
          <a:p>
            <a:pPr algn="ctr"/>
            <a:r>
              <a:rPr lang="en-US" dirty="0"/>
              <a:t>Derived rules based on decision tree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EB0301-78BC-1A90-A731-845BB2D70DDD}"/>
              </a:ext>
            </a:extLst>
          </p:cNvPr>
          <p:cNvSpPr txBox="1"/>
          <p:nvPr/>
        </p:nvSpPr>
        <p:spPr>
          <a:xfrm>
            <a:off x="4401401" y="3929835"/>
            <a:ext cx="279892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set of if-then statements can be generated to infer rules used by analysts. </a:t>
            </a:r>
          </a:p>
          <a:p>
            <a:endParaRPr lang="en-US" sz="1400" dirty="0"/>
          </a:p>
          <a:p>
            <a:r>
              <a:rPr lang="en-US" sz="1400" u="sng" dirty="0"/>
              <a:t>Pros</a:t>
            </a:r>
            <a:r>
              <a:rPr lang="en-US" sz="1400" dirty="0"/>
              <a:t>: Gives suggestions on which rules should be considered together in developing new rules.</a:t>
            </a:r>
          </a:p>
          <a:p>
            <a:r>
              <a:rPr lang="en-US" sz="1400" u="sng" dirty="0"/>
              <a:t>Cons</a:t>
            </a:r>
            <a:r>
              <a:rPr lang="en-US" sz="1400" dirty="0"/>
              <a:t>: Computationally expensive and cannot handle large </a:t>
            </a:r>
            <a:r>
              <a:rPr lang="en-US" sz="1400" dirty="0" err="1"/>
              <a:t>large</a:t>
            </a:r>
            <a:r>
              <a:rPr lang="en-US" sz="1400" dirty="0"/>
              <a:t>.  Can only expand combinations of different factors gradually. </a:t>
            </a: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F7961D33-847C-B453-839A-4D7260007CAC}"/>
              </a:ext>
            </a:extLst>
          </p:cNvPr>
          <p:cNvSpPr/>
          <p:nvPr/>
        </p:nvSpPr>
        <p:spPr>
          <a:xfrm>
            <a:off x="3860161" y="3187128"/>
            <a:ext cx="428752" cy="404261"/>
          </a:xfrm>
          <a:prstGeom prst="mathPlu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lus Sign 13">
            <a:extLst>
              <a:ext uri="{FF2B5EF4-FFF2-40B4-BE49-F238E27FC236}">
                <a16:creationId xmlns:a16="http://schemas.microsoft.com/office/drawing/2014/main" id="{5D65C781-A199-1A47-6325-F29658A949BB}"/>
              </a:ext>
            </a:extLst>
          </p:cNvPr>
          <p:cNvSpPr/>
          <p:nvPr/>
        </p:nvSpPr>
        <p:spPr>
          <a:xfrm>
            <a:off x="7135982" y="3183933"/>
            <a:ext cx="428752" cy="404261"/>
          </a:xfrm>
          <a:prstGeom prst="mathPlu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9C540D-5229-FF34-FCF3-4809FF4587D7}"/>
              </a:ext>
            </a:extLst>
          </p:cNvPr>
          <p:cNvSpPr txBox="1"/>
          <p:nvPr/>
        </p:nvSpPr>
        <p:spPr>
          <a:xfrm>
            <a:off x="1157601" y="1965183"/>
            <a:ext cx="2529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 Which factors play the most important roles for filing a claim?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75BC3F-88A6-DF3C-9585-BA29D2C623A1}"/>
              </a:ext>
            </a:extLst>
          </p:cNvPr>
          <p:cNvSpPr txBox="1"/>
          <p:nvPr/>
        </p:nvSpPr>
        <p:spPr>
          <a:xfrm>
            <a:off x="4454687" y="1994778"/>
            <a:ext cx="2805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 Which factors are usually considered together?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B2827-4938-0BDA-A026-9314FEBEE6EF}"/>
              </a:ext>
            </a:extLst>
          </p:cNvPr>
          <p:cNvSpPr txBox="1"/>
          <p:nvPr/>
        </p:nvSpPr>
        <p:spPr>
          <a:xfrm>
            <a:off x="7682353" y="1968379"/>
            <a:ext cx="252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  What rules can we extract from the data?</a:t>
            </a:r>
          </a:p>
        </p:txBody>
      </p:sp>
    </p:spTree>
    <p:extLst>
      <p:ext uri="{BB962C8B-B14F-4D97-AF65-F5344CB8AC3E}">
        <p14:creationId xmlns:p14="http://schemas.microsoft.com/office/powerpoint/2010/main" val="3287903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84" y="263832"/>
            <a:ext cx="11029616" cy="988332"/>
          </a:xfrm>
        </p:spPr>
        <p:txBody>
          <a:bodyPr/>
          <a:lstStyle/>
          <a:p>
            <a:r>
              <a:rPr lang="en-US" dirty="0"/>
              <a:t>Model I – Logistic </a:t>
            </a:r>
            <a:r>
              <a:rPr lang="en-US" dirty="0" err="1"/>
              <a:t>REgression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0EBF1FE6-799F-C36A-3C6D-046EE7EC2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049" y="1329410"/>
            <a:ext cx="10492420" cy="3937361"/>
          </a:xfrm>
        </p:spPr>
        <p:txBody>
          <a:bodyPr>
            <a:noAutofit/>
          </a:bodyPr>
          <a:lstStyle/>
          <a:p>
            <a:r>
              <a:rPr lang="en-US" sz="2400" dirty="0"/>
              <a:t>We want to find the most important </a:t>
            </a:r>
            <a:r>
              <a:rPr lang="en-US" sz="2200" dirty="0"/>
              <a:t>factors (or columns/variables) that impact the filing of a claim.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FEF982A-B264-5C19-A764-102AFE3F1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478" y="1756388"/>
            <a:ext cx="6468378" cy="160042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27EB35C-F17B-E14A-DD9C-DBC1F47E8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78" y="3522846"/>
            <a:ext cx="4658375" cy="307132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FADC4EC-68B1-CE60-9C64-779EE2250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778" y="3628724"/>
            <a:ext cx="4591691" cy="296544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246BF2F-D02D-344C-F943-ADC0FB02CDB9}"/>
              </a:ext>
            </a:extLst>
          </p:cNvPr>
          <p:cNvSpPr txBox="1"/>
          <p:nvPr/>
        </p:nvSpPr>
        <p:spPr>
          <a:xfrm>
            <a:off x="698033" y="3000676"/>
            <a:ext cx="3022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Regression algorithm</a:t>
            </a:r>
          </a:p>
        </p:txBody>
      </p:sp>
    </p:spTree>
    <p:extLst>
      <p:ext uri="{BB962C8B-B14F-4D97-AF65-F5344CB8AC3E}">
        <p14:creationId xmlns:p14="http://schemas.microsoft.com/office/powerpoint/2010/main" val="78550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84" y="263832"/>
            <a:ext cx="11029616" cy="988332"/>
          </a:xfrm>
        </p:spPr>
        <p:txBody>
          <a:bodyPr/>
          <a:lstStyle/>
          <a:p>
            <a:r>
              <a:rPr lang="en-US" dirty="0"/>
              <a:t>Model I – Logistic Regression performance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60E81-65D1-DAB0-BA8B-532E9CF2A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76" y="1200968"/>
            <a:ext cx="7583166" cy="5264544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104E76E-6BB1-FD62-B0A1-578EA9960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336" y="1572720"/>
            <a:ext cx="3843992" cy="602589"/>
          </a:xfrm>
        </p:spPr>
        <p:txBody>
          <a:bodyPr>
            <a:noAutofit/>
          </a:bodyPr>
          <a:lstStyle/>
          <a:p>
            <a:r>
              <a:rPr lang="en-US" dirty="0"/>
              <a:t>After the algorithm for claim propensity score has been generated, it will be applied to the validation sample. </a:t>
            </a:r>
          </a:p>
          <a:p>
            <a:r>
              <a:rPr lang="en-US" dirty="0"/>
              <a:t>The propensity score will be divided into 50 evenly distributed bins for performance evaluation.  The boundaries of between bins are based upon modeling sample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Summary of performance:</a:t>
            </a:r>
          </a:p>
          <a:p>
            <a:pPr marL="0" indent="0">
              <a:buNone/>
            </a:pPr>
            <a:r>
              <a:rPr lang="en-US" dirty="0"/>
              <a:t>- The model performs strongly and stably. 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E0E3365B-D278-7097-CDF9-25DBDC21392B}"/>
              </a:ext>
            </a:extLst>
          </p:cNvPr>
          <p:cNvSpPr/>
          <p:nvPr/>
        </p:nvSpPr>
        <p:spPr>
          <a:xfrm>
            <a:off x="1010652" y="1973178"/>
            <a:ext cx="2829828" cy="1318661"/>
          </a:xfrm>
          <a:prstGeom prst="wedgeRectCallout">
            <a:avLst>
              <a:gd name="adj1" fmla="val -54346"/>
              <a:gd name="adj2" fmla="val -71419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- % claim is 78% in 1</a:t>
            </a:r>
            <a:r>
              <a:rPr lang="en-US" sz="1400" baseline="30000" dirty="0"/>
              <a:t>st</a:t>
            </a:r>
            <a:r>
              <a:rPr lang="en-US" sz="1400" dirty="0"/>
              <a:t> bin (about 2% of records).</a:t>
            </a:r>
          </a:p>
          <a:p>
            <a:r>
              <a:rPr lang="en-US" sz="1400" dirty="0"/>
              <a:t>- % claim drops to 14% in 2</a:t>
            </a:r>
            <a:r>
              <a:rPr lang="en-US" sz="1400" baseline="30000" dirty="0"/>
              <a:t>nd</a:t>
            </a:r>
            <a:r>
              <a:rPr lang="en-US" sz="1400" dirty="0"/>
              <a:t> bin and 1.6% in 3</a:t>
            </a:r>
            <a:r>
              <a:rPr lang="en-US" sz="1400" baseline="30000" dirty="0"/>
              <a:t>rd</a:t>
            </a:r>
            <a:r>
              <a:rPr lang="en-US" sz="1400" dirty="0"/>
              <a:t> bin. </a:t>
            </a:r>
          </a:p>
          <a:p>
            <a:r>
              <a:rPr lang="en-US" sz="1400" dirty="0"/>
              <a:t>- % claim is very close between prediction and actual. 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C83CB131-19EA-DFCC-EFB6-929DF06E6621}"/>
              </a:ext>
            </a:extLst>
          </p:cNvPr>
          <p:cNvSpPr/>
          <p:nvPr/>
        </p:nvSpPr>
        <p:spPr>
          <a:xfrm>
            <a:off x="4820652" y="1973179"/>
            <a:ext cx="2918059" cy="1318660"/>
          </a:xfrm>
          <a:prstGeom prst="wedgeRectCallout">
            <a:avLst>
              <a:gd name="adj1" fmla="val -54346"/>
              <a:gd name="adj2" fmla="val -71419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- % claim is 78% in 1</a:t>
            </a:r>
            <a:r>
              <a:rPr lang="en-US" sz="1400" baseline="30000" dirty="0"/>
              <a:t>st</a:t>
            </a:r>
            <a:r>
              <a:rPr lang="en-US" sz="1400" dirty="0"/>
              <a:t> bin (about 2% of records).</a:t>
            </a:r>
          </a:p>
          <a:p>
            <a:r>
              <a:rPr lang="en-US" sz="1400" dirty="0"/>
              <a:t>- % claim drops to 14% in 2</a:t>
            </a:r>
            <a:r>
              <a:rPr lang="en-US" sz="1400" baseline="30000" dirty="0"/>
              <a:t>nd</a:t>
            </a:r>
            <a:r>
              <a:rPr lang="en-US" sz="1400" dirty="0"/>
              <a:t> bin and 1.4% in 3</a:t>
            </a:r>
            <a:r>
              <a:rPr lang="en-US" sz="1400" baseline="30000" dirty="0"/>
              <a:t>rd</a:t>
            </a:r>
            <a:r>
              <a:rPr lang="en-US" sz="1400" dirty="0"/>
              <a:t> bin. </a:t>
            </a:r>
          </a:p>
          <a:p>
            <a:r>
              <a:rPr lang="en-US" sz="1400" dirty="0"/>
              <a:t>- % claim is very close between prediction and actual. 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445E8276-6EFC-2051-AAF2-FECDA68A4BDE}"/>
              </a:ext>
            </a:extLst>
          </p:cNvPr>
          <p:cNvSpPr/>
          <p:nvPr/>
        </p:nvSpPr>
        <p:spPr>
          <a:xfrm>
            <a:off x="1010652" y="4992889"/>
            <a:ext cx="2512194" cy="664143"/>
          </a:xfrm>
          <a:prstGeom prst="flowChartProcess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Performance by validation sample looks very similar to that of modeling sample.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B21D2E35-D498-6312-5859-310E4A9C4296}"/>
              </a:ext>
            </a:extLst>
          </p:cNvPr>
          <p:cNvSpPr/>
          <p:nvPr/>
        </p:nvSpPr>
        <p:spPr>
          <a:xfrm>
            <a:off x="5306783" y="4445267"/>
            <a:ext cx="2143172" cy="877504"/>
          </a:xfrm>
          <a:prstGeom prst="wedgeRectCallout">
            <a:avLst>
              <a:gd name="adj1" fmla="val -77695"/>
              <a:gd name="adj2" fmla="val -30531"/>
            </a:avLst>
          </a:prstGeom>
          <a:solidFill>
            <a:srgbClr val="0070C0">
              <a:alpha val="86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- If there are 1000 records with 19 claims, 16 claims can be found in top 20 records.  </a:t>
            </a:r>
          </a:p>
        </p:txBody>
      </p:sp>
    </p:spTree>
    <p:extLst>
      <p:ext uri="{BB962C8B-B14F-4D97-AF65-F5344CB8AC3E}">
        <p14:creationId xmlns:p14="http://schemas.microsoft.com/office/powerpoint/2010/main" val="2172408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84" y="263832"/>
            <a:ext cx="11029616" cy="988332"/>
          </a:xfrm>
        </p:spPr>
        <p:txBody>
          <a:bodyPr/>
          <a:lstStyle/>
          <a:p>
            <a:r>
              <a:rPr lang="en-US" dirty="0"/>
              <a:t>Model I – Finding the top drivers for model score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C4FA1-FA85-8D39-06A5-5E0956FA1D39}"/>
              </a:ext>
            </a:extLst>
          </p:cNvPr>
          <p:cNvSpPr txBox="1"/>
          <p:nvPr/>
        </p:nvSpPr>
        <p:spPr>
          <a:xfrm>
            <a:off x="827865" y="5648190"/>
            <a:ext cx="10536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</a:t>
            </a:r>
            <a:r>
              <a:rPr lang="en-US" dirty="0" err="1"/>
              <a:t>takeway</a:t>
            </a:r>
            <a:r>
              <a:rPr lang="en-US" dirty="0"/>
              <a:t>: </a:t>
            </a:r>
          </a:p>
          <a:p>
            <a:r>
              <a:rPr lang="en-US" dirty="0"/>
              <a:t>- All amount-related attributes play key roles, with </a:t>
            </a:r>
            <a:r>
              <a:rPr lang="en-US" dirty="0" err="1"/>
              <a:t>clm_chrg_amt</a:t>
            </a:r>
            <a:r>
              <a:rPr lang="en-US" dirty="0"/>
              <a:t> as the most important one. </a:t>
            </a:r>
          </a:p>
          <a:p>
            <a:r>
              <a:rPr lang="en-US" dirty="0"/>
              <a:t>- </a:t>
            </a:r>
            <a:r>
              <a:rPr lang="en-US" dirty="0" err="1"/>
              <a:t>par_npar</a:t>
            </a:r>
            <a:r>
              <a:rPr lang="en-US" dirty="0"/>
              <a:t> (0 or 1) is also an easy-to-use attribute.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BDEF7-E28D-B6FC-9EF6-6BAC13AC3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40" y="1717028"/>
            <a:ext cx="9938900" cy="3931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ECD424-4FC8-6FA1-FF2D-B4BA4DFB62F0}"/>
              </a:ext>
            </a:extLst>
          </p:cNvPr>
          <p:cNvSpPr txBox="1"/>
          <p:nvPr/>
        </p:nvSpPr>
        <p:spPr>
          <a:xfrm>
            <a:off x="477520" y="11684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(See the appendix for the method used.)</a:t>
            </a:r>
          </a:p>
        </p:txBody>
      </p:sp>
    </p:spTree>
    <p:extLst>
      <p:ext uri="{BB962C8B-B14F-4D97-AF65-F5344CB8AC3E}">
        <p14:creationId xmlns:p14="http://schemas.microsoft.com/office/powerpoint/2010/main" val="3725996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68" y="580335"/>
            <a:ext cx="11029616" cy="988332"/>
          </a:xfrm>
        </p:spPr>
        <p:txBody>
          <a:bodyPr/>
          <a:lstStyle/>
          <a:p>
            <a:r>
              <a:rPr lang="en-US" dirty="0"/>
              <a:t>Model 2 – Association Rule learning</a:t>
            </a:r>
            <a:br>
              <a:rPr lang="en-US" dirty="0"/>
            </a:br>
            <a:endParaRPr lang="en-US" sz="1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EBA1EE-851A-1B46-D1FD-2AAF6610D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8" y="2284254"/>
            <a:ext cx="3013523" cy="1952709"/>
          </a:xfrm>
          <a:prstGeom prst="rect">
            <a:avLst/>
          </a:prstGeom>
        </p:spPr>
      </p:pic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F8F57C9-2DD1-40DF-F73B-00C7004ED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42735" y="1965420"/>
            <a:ext cx="7668075" cy="2590378"/>
          </a:xfrm>
        </p:spPr>
        <p:txBody>
          <a:bodyPr>
            <a:noAutofit/>
          </a:bodyPr>
          <a:lstStyle/>
          <a:p>
            <a:r>
              <a:rPr lang="en-US" sz="2000" dirty="0"/>
              <a:t>Originally called market basket analysis, association rule learning studies which items are usually purchased together by customers. </a:t>
            </a:r>
          </a:p>
          <a:p>
            <a:r>
              <a:rPr lang="en-US" sz="2000" dirty="0"/>
              <a:t>In our exercise, we want to find out which factors (must =1) are considered together by analysts.  It might also suggest high correlation between two or more factors. </a:t>
            </a:r>
          </a:p>
          <a:p>
            <a:r>
              <a:rPr lang="en-US" sz="2000" dirty="0"/>
              <a:t>It is a method of unsupervised learning.  That is, it does not consider how factors considered together will impact filing of claims.  However, in this exercise we only selected those records with claim=1 for study.  (A more rigorous exercise is to create another set of association rules for claim=0). 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4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68" y="580335"/>
            <a:ext cx="11029616" cy="988332"/>
          </a:xfrm>
        </p:spPr>
        <p:txBody>
          <a:bodyPr/>
          <a:lstStyle/>
          <a:p>
            <a:r>
              <a:rPr lang="en-US" dirty="0"/>
              <a:t>Model 2 – Association Rule learning</a:t>
            </a:r>
            <a:br>
              <a:rPr lang="en-US" dirty="0"/>
            </a:br>
            <a:endParaRPr lang="en-US" sz="1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A8EC2-6530-E06C-1D58-E3857480B1E3}"/>
              </a:ext>
            </a:extLst>
          </p:cNvPr>
          <p:cNvSpPr txBox="1"/>
          <p:nvPr/>
        </p:nvSpPr>
        <p:spPr>
          <a:xfrm>
            <a:off x="1837426" y="1347112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These two factors are often considered together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AD3C41-1604-27AF-8D4C-BC42E48E6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8" y="2372207"/>
            <a:ext cx="10706100" cy="241935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9EB413-FA9B-1942-42AD-B780C296F3B4}"/>
              </a:ext>
            </a:extLst>
          </p:cNvPr>
          <p:cNvCxnSpPr>
            <a:cxnSpLocks/>
          </p:cNvCxnSpPr>
          <p:nvPr/>
        </p:nvCxnSpPr>
        <p:spPr>
          <a:xfrm flipH="1">
            <a:off x="2424816" y="2008987"/>
            <a:ext cx="249373" cy="72663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B350EA-22DD-21C9-D1E9-42DF5766E6BE}"/>
              </a:ext>
            </a:extLst>
          </p:cNvPr>
          <p:cNvCxnSpPr>
            <a:cxnSpLocks/>
          </p:cNvCxnSpPr>
          <p:nvPr/>
        </p:nvCxnSpPr>
        <p:spPr>
          <a:xfrm>
            <a:off x="3185303" y="1931887"/>
            <a:ext cx="1352191" cy="80354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2C56548-8E4A-C834-1D72-24FEF35AE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52" y="4907027"/>
            <a:ext cx="10955084" cy="1516887"/>
          </a:xfrm>
        </p:spPr>
        <p:txBody>
          <a:bodyPr>
            <a:noAutofit/>
          </a:bodyPr>
          <a:lstStyle/>
          <a:p>
            <a:r>
              <a:rPr lang="en-US" sz="2000" dirty="0"/>
              <a:t>It is very computationally expensive to rule association rules.  We can only work on a much reduced sample. </a:t>
            </a:r>
          </a:p>
          <a:p>
            <a:r>
              <a:rPr lang="en-US" sz="2000" dirty="0"/>
              <a:t>Currently we can deduce association between two factors.  We can expand to &gt; 2 factors manually.  It will take time. 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23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68" y="580335"/>
            <a:ext cx="11029616" cy="988332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3 – Decision Tree Model</a:t>
            </a:r>
            <a:br>
              <a:rPr lang="en-US" dirty="0"/>
            </a:br>
            <a:r>
              <a:rPr lang="en-US" sz="1800" dirty="0"/>
              <a:t>based on a validation sample (balanced)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C3168-96CA-FE92-A26F-8A4979BF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8" y="1892754"/>
            <a:ext cx="3505689" cy="2791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DCC3E8-E93B-454C-7AF0-749CED5C1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751" y="1774209"/>
            <a:ext cx="3573785" cy="28769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4A2353-13EF-B877-04BE-BDC3EED67239}"/>
              </a:ext>
            </a:extLst>
          </p:cNvPr>
          <p:cNvSpPr txBox="1"/>
          <p:nvPr/>
        </p:nvSpPr>
        <p:spPr>
          <a:xfrm>
            <a:off x="767751" y="4718649"/>
            <a:ext cx="2924355" cy="1705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DD4EAED-0E90-4E83-53B8-9D7572E46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78" y="4948706"/>
            <a:ext cx="2700068" cy="9848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Accuracy: 0.987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Precision: 0.987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Recall: 0.987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Arial Unicode MS"/>
              </a:rPr>
              <a:t>F1 Score: 0.987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A229B828-3B4C-3D08-01FF-51CDF81F8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316" y="5119544"/>
            <a:ext cx="3447704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Baseline: ROC AUC = 0.500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Default: ROC AUC = 0.996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CFE357-2799-0F33-21F9-18F08D6B6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03" y="1792861"/>
            <a:ext cx="3369229" cy="28911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33D48A5-29F0-51C4-CB79-B1202642C57F}"/>
              </a:ext>
            </a:extLst>
          </p:cNvPr>
          <p:cNvSpPr txBox="1"/>
          <p:nvPr/>
        </p:nvSpPr>
        <p:spPr>
          <a:xfrm>
            <a:off x="8350370" y="5029200"/>
            <a:ext cx="337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convert the segments of trees into a probability estimate, we will a clear separation between claim=1 from claim=0; </a:t>
            </a:r>
          </a:p>
        </p:txBody>
      </p:sp>
    </p:spTree>
    <p:extLst>
      <p:ext uri="{BB962C8B-B14F-4D97-AF65-F5344CB8AC3E}">
        <p14:creationId xmlns:p14="http://schemas.microsoft.com/office/powerpoint/2010/main" val="1436491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18" y="529330"/>
            <a:ext cx="11029616" cy="988332"/>
          </a:xfrm>
        </p:spPr>
        <p:txBody>
          <a:bodyPr>
            <a:normAutofit/>
          </a:bodyPr>
          <a:lstStyle/>
          <a:p>
            <a:r>
              <a:rPr lang="en-US" dirty="0"/>
              <a:t>Model 3 – Decision Tree Model</a:t>
            </a:r>
            <a:br>
              <a:rPr lang="en-US" dirty="0"/>
            </a:br>
            <a:r>
              <a:rPr lang="en-US" sz="1800" dirty="0"/>
              <a:t>Extracting rules from the model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4A2353-13EF-B877-04BE-BDC3EED67239}"/>
              </a:ext>
            </a:extLst>
          </p:cNvPr>
          <p:cNvSpPr txBox="1"/>
          <p:nvPr/>
        </p:nvSpPr>
        <p:spPr>
          <a:xfrm>
            <a:off x="767751" y="4718649"/>
            <a:ext cx="2924355" cy="1705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18BEA-BE11-D77B-90F0-7A41D3C643D0}"/>
              </a:ext>
            </a:extLst>
          </p:cNvPr>
          <p:cNvSpPr txBox="1"/>
          <p:nvPr/>
        </p:nvSpPr>
        <p:spPr>
          <a:xfrm>
            <a:off x="5794406" y="2478505"/>
            <a:ext cx="58164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Rule 1: if </a:t>
            </a:r>
            <a:r>
              <a:rPr lang="en-US" dirty="0" err="1">
                <a:highlight>
                  <a:srgbClr val="FFFF00"/>
                </a:highlight>
              </a:rPr>
              <a:t>clm_alw_amt</a:t>
            </a:r>
            <a:r>
              <a:rPr lang="en-US" dirty="0">
                <a:highlight>
                  <a:srgbClr val="FFFF00"/>
                </a:highlight>
              </a:rPr>
              <a:t> &lt;=0 and </a:t>
            </a:r>
            <a:r>
              <a:rPr lang="en-US" dirty="0" err="1">
                <a:highlight>
                  <a:srgbClr val="FFFF00"/>
                </a:highlight>
              </a:rPr>
              <a:t>clm_non_cov_amt</a:t>
            </a:r>
            <a:r>
              <a:rPr lang="en-US" dirty="0">
                <a:highlight>
                  <a:srgbClr val="FFFF00"/>
                </a:highlight>
              </a:rPr>
              <a:t> &lt;=0 </a:t>
            </a:r>
          </a:p>
          <a:p>
            <a:r>
              <a:rPr lang="en-US" dirty="0">
                <a:highlight>
                  <a:srgbClr val="FFFF00"/>
                </a:highlight>
              </a:rPr>
              <a:t>	   and rvnu_0000=0 and </a:t>
            </a:r>
            <a:r>
              <a:rPr lang="en-US" dirty="0" err="1">
                <a:highlight>
                  <a:srgbClr val="FFFF00"/>
                </a:highlight>
              </a:rPr>
              <a:t>par_npar</a:t>
            </a:r>
            <a:r>
              <a:rPr lang="en-US" dirty="0">
                <a:highlight>
                  <a:srgbClr val="FFFF00"/>
                </a:highlight>
              </a:rPr>
              <a:t>=0 </a:t>
            </a:r>
          </a:p>
          <a:p>
            <a:r>
              <a:rPr lang="en-US" dirty="0">
                <a:highlight>
                  <a:srgbClr val="FFFF00"/>
                </a:highlight>
              </a:rPr>
              <a:t>	   and </a:t>
            </a:r>
            <a:r>
              <a:rPr lang="en-US" dirty="0" err="1">
                <a:highlight>
                  <a:srgbClr val="FFFF00"/>
                </a:highlight>
              </a:rPr>
              <a:t>clm_chrg_amt</a:t>
            </a:r>
            <a:r>
              <a:rPr lang="en-US" dirty="0">
                <a:highlight>
                  <a:srgbClr val="FFFF00"/>
                </a:highlight>
              </a:rPr>
              <a:t> between 1171.20 and 1868.03</a:t>
            </a:r>
          </a:p>
          <a:p>
            <a:r>
              <a:rPr lang="en-US" dirty="0">
                <a:highlight>
                  <a:srgbClr val="FFFF00"/>
                </a:highlight>
              </a:rPr>
              <a:t>          and diag_2_health_factor=1 </a:t>
            </a:r>
          </a:p>
          <a:p>
            <a:r>
              <a:rPr lang="en-US" dirty="0">
                <a:highlight>
                  <a:srgbClr val="FFFF00"/>
                </a:highlight>
              </a:rPr>
              <a:t>	   then claim=1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1C2AC-3B8D-E6CD-E64C-79AD8BBF7730}"/>
              </a:ext>
            </a:extLst>
          </p:cNvPr>
          <p:cNvSpPr txBox="1"/>
          <p:nvPr/>
        </p:nvSpPr>
        <p:spPr>
          <a:xfrm>
            <a:off x="5794406" y="3955833"/>
            <a:ext cx="58164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Rule 2: if </a:t>
            </a:r>
            <a:r>
              <a:rPr lang="en-US" dirty="0" err="1">
                <a:highlight>
                  <a:srgbClr val="00FF00"/>
                </a:highlight>
              </a:rPr>
              <a:t>clm_alw_amt</a:t>
            </a:r>
            <a:r>
              <a:rPr lang="en-US" dirty="0">
                <a:highlight>
                  <a:srgbClr val="00FF00"/>
                </a:highlight>
              </a:rPr>
              <a:t> &lt;=0 and </a:t>
            </a:r>
            <a:r>
              <a:rPr lang="en-US" dirty="0" err="1">
                <a:highlight>
                  <a:srgbClr val="00FF00"/>
                </a:highlight>
              </a:rPr>
              <a:t>clm_non_cov_amt</a:t>
            </a:r>
            <a:r>
              <a:rPr lang="en-US" dirty="0">
                <a:highlight>
                  <a:srgbClr val="00FF00"/>
                </a:highlight>
              </a:rPr>
              <a:t> &lt;=0 </a:t>
            </a:r>
          </a:p>
          <a:p>
            <a:r>
              <a:rPr lang="en-US" dirty="0">
                <a:highlight>
                  <a:srgbClr val="00FF00"/>
                </a:highlight>
              </a:rPr>
              <a:t>	   and rvnu_0000=0 and </a:t>
            </a:r>
            <a:r>
              <a:rPr lang="en-US" dirty="0" err="1">
                <a:highlight>
                  <a:srgbClr val="00FF00"/>
                </a:highlight>
              </a:rPr>
              <a:t>par_npar</a:t>
            </a:r>
            <a:r>
              <a:rPr lang="en-US" dirty="0">
                <a:highlight>
                  <a:srgbClr val="00FF00"/>
                </a:highlight>
              </a:rPr>
              <a:t>=0 </a:t>
            </a:r>
          </a:p>
          <a:p>
            <a:r>
              <a:rPr lang="en-US" dirty="0">
                <a:highlight>
                  <a:srgbClr val="00FF00"/>
                </a:highlight>
              </a:rPr>
              <a:t>	   and </a:t>
            </a:r>
            <a:r>
              <a:rPr lang="en-US" dirty="0" err="1">
                <a:highlight>
                  <a:srgbClr val="00FF00"/>
                </a:highlight>
              </a:rPr>
              <a:t>clm_chrg_amt</a:t>
            </a:r>
            <a:r>
              <a:rPr lang="en-US" dirty="0">
                <a:highlight>
                  <a:srgbClr val="00FF00"/>
                </a:highlight>
              </a:rPr>
              <a:t> between 1868.03 and 4509.05</a:t>
            </a:r>
          </a:p>
          <a:p>
            <a:r>
              <a:rPr lang="en-US" dirty="0">
                <a:highlight>
                  <a:srgbClr val="00FF00"/>
                </a:highlight>
              </a:rPr>
              <a:t>          and diag_1_injury_poisoning=0</a:t>
            </a:r>
          </a:p>
          <a:p>
            <a:r>
              <a:rPr lang="en-US" dirty="0">
                <a:highlight>
                  <a:srgbClr val="00FF00"/>
                </a:highlight>
              </a:rPr>
              <a:t>	   then claim=1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17AEBD-7B06-C332-B515-E12C937BD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18" y="1722922"/>
            <a:ext cx="5362488" cy="3941658"/>
          </a:xfrm>
          <a:prstGeom prst="rect">
            <a:avLst/>
          </a:prstGeom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94EFBC51-63C9-81E3-0433-CC92FE70B2F1}"/>
              </a:ext>
            </a:extLst>
          </p:cNvPr>
          <p:cNvSpPr/>
          <p:nvPr/>
        </p:nvSpPr>
        <p:spPr>
          <a:xfrm>
            <a:off x="6961517" y="5664579"/>
            <a:ext cx="3992032" cy="1124459"/>
          </a:xfrm>
          <a:prstGeom prst="wedgeRectCallout">
            <a:avLst>
              <a:gd name="adj1" fmla="val -8361"/>
              <a:gd name="adj2" fmla="val -101602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 doubt whether an analyst will use diag_1_injury_poisoning=0 (meaning no such diagnosis) for decisioning.  Many rules will contain such =0 as a part.  This is a drawback of the decision tree model.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E244C-ACA9-FFDA-0D09-0CC12B4D2721}"/>
              </a:ext>
            </a:extLst>
          </p:cNvPr>
          <p:cNvSpPr txBox="1"/>
          <p:nvPr/>
        </p:nvSpPr>
        <p:spPr>
          <a:xfrm>
            <a:off x="5871411" y="1530166"/>
            <a:ext cx="5159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see the rules?</a:t>
            </a:r>
          </a:p>
          <a:p>
            <a:r>
              <a:rPr lang="en-US" dirty="0"/>
              <a:t>Step 1: Find </a:t>
            </a:r>
            <a:r>
              <a:rPr lang="en-US" i="1" dirty="0"/>
              <a:t>class: 1</a:t>
            </a:r>
            <a:r>
              <a:rPr lang="en-US" dirty="0"/>
              <a:t> at the bottom</a:t>
            </a:r>
          </a:p>
          <a:p>
            <a:r>
              <a:rPr lang="en-US" dirty="0"/>
              <a:t>Step 2: Select all conditions before </a:t>
            </a:r>
            <a:r>
              <a:rPr lang="en-US" i="1" dirty="0"/>
              <a:t>class: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1E6C0-EDC7-A4BD-E484-6935F2B96D66}"/>
              </a:ext>
            </a:extLst>
          </p:cNvPr>
          <p:cNvSpPr txBox="1"/>
          <p:nvPr/>
        </p:nvSpPr>
        <p:spPr>
          <a:xfrm>
            <a:off x="431918" y="5919537"/>
            <a:ext cx="5237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See the complete set of rules in a separate file. </a:t>
            </a:r>
          </a:p>
          <a:p>
            <a:r>
              <a:rPr lang="en-US" sz="1600" dirty="0"/>
              <a:t>&lt;= 0.5 means =0.   0.5 means =1.  This is how the tree output codes dummy variables. </a:t>
            </a:r>
          </a:p>
        </p:txBody>
      </p:sp>
    </p:spTree>
    <p:extLst>
      <p:ext uri="{BB962C8B-B14F-4D97-AF65-F5344CB8AC3E}">
        <p14:creationId xmlns:p14="http://schemas.microsoft.com/office/powerpoint/2010/main" val="204311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68" y="580335"/>
            <a:ext cx="11029616" cy="988332"/>
          </a:xfrm>
        </p:spPr>
        <p:txBody>
          <a:bodyPr/>
          <a:lstStyle/>
          <a:p>
            <a:r>
              <a:rPr lang="en-US" dirty="0"/>
              <a:t>III. Next steps</a:t>
            </a:r>
            <a:br>
              <a:rPr lang="en-US" dirty="0"/>
            </a:br>
            <a:endParaRPr lang="en-US" sz="1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F8F57C9-2DD1-40DF-F73B-00C7004ED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5" y="1965420"/>
            <a:ext cx="11029615" cy="2590378"/>
          </a:xfrm>
        </p:spPr>
        <p:txBody>
          <a:bodyPr>
            <a:noAutofit/>
          </a:bodyPr>
          <a:lstStyle/>
          <a:p>
            <a:r>
              <a:rPr lang="en-US" sz="2000" dirty="0"/>
              <a:t>Association rule learning can be enhanced if needed.  This will take some more time. </a:t>
            </a:r>
          </a:p>
          <a:p>
            <a:r>
              <a:rPr lang="en-US" sz="2000" dirty="0"/>
              <a:t>Try more modeling methods:</a:t>
            </a:r>
          </a:p>
          <a:p>
            <a:pPr lvl="1"/>
            <a:r>
              <a:rPr lang="en-US" sz="1800" dirty="0"/>
              <a:t>Machine learning</a:t>
            </a:r>
          </a:p>
          <a:p>
            <a:pPr lvl="1"/>
            <a:r>
              <a:rPr lang="en-US" sz="1800" dirty="0"/>
              <a:t>Deep learning</a:t>
            </a:r>
          </a:p>
          <a:p>
            <a:pPr lvl="1"/>
            <a:r>
              <a:rPr lang="en-US" sz="1800" dirty="0"/>
              <a:t>Clustering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245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C758-87FE-9EEC-AA70-D8B55593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216" y="1012985"/>
            <a:ext cx="10802991" cy="1263649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Appendix 1 – Method for finding top drivers in a logistic regression</a:t>
            </a:r>
            <a:br>
              <a:rPr lang="en-US" sz="3200" dirty="0"/>
            </a:br>
            <a:r>
              <a:rPr lang="en-US" sz="1800" dirty="0"/>
              <a:t>- find which variables have higher predictive power</a:t>
            </a:r>
            <a:br>
              <a:rPr lang="en-US" sz="1800" dirty="0"/>
            </a:br>
            <a:r>
              <a:rPr lang="en-US" sz="1800" dirty="0"/>
              <a:t>- generate contributing factors</a:t>
            </a:r>
            <a:br>
              <a:rPr lang="en-US" sz="3200" dirty="0"/>
            </a:br>
            <a:endParaRPr lang="en-U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F961-1152-C267-B6CD-E0401B18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393" y="2098406"/>
            <a:ext cx="11290391" cy="1787067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15000"/>
              </a:lnSpc>
              <a:spcBef>
                <a:spcPts val="0"/>
              </a:spcBef>
              <a:buNone/>
            </a:pPr>
            <a:endParaRPr lang="en-US" sz="22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lvl="1" indent="0">
              <a:lnSpc>
                <a:spcPct val="115000"/>
              </a:lnSpc>
              <a:spcBef>
                <a:spcPts val="0"/>
              </a:spcBef>
              <a:buNone/>
            </a:pPr>
            <a:endParaRPr lang="en-US" sz="22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41707-B517-BD53-A7E1-008E16D7DA29}"/>
              </a:ext>
            </a:extLst>
          </p:cNvPr>
          <p:cNvSpPr txBox="1"/>
          <p:nvPr/>
        </p:nvSpPr>
        <p:spPr>
          <a:xfrm>
            <a:off x="520216" y="2142500"/>
            <a:ext cx="11151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Step1</a:t>
            </a:r>
            <a:r>
              <a:rPr lang="en-US" dirty="0"/>
              <a:t>: Run the regression by using original variables (the following is if for illustration only)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F9766-931E-D76D-5845-C572FE0298AA}"/>
              </a:ext>
            </a:extLst>
          </p:cNvPr>
          <p:cNvSpPr txBox="1"/>
          <p:nvPr/>
        </p:nvSpPr>
        <p:spPr>
          <a:xfrm>
            <a:off x="7105218" y="3104854"/>
            <a:ext cx="491760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Step2</a:t>
            </a:r>
            <a:r>
              <a:rPr lang="en-US" sz="1400" dirty="0"/>
              <a:t>: Calculate contribution power by each variable: </a:t>
            </a:r>
          </a:p>
          <a:p>
            <a:endParaRPr lang="en-US" sz="1400" dirty="0"/>
          </a:p>
          <a:p>
            <a:r>
              <a:rPr lang="en-US" sz="1400" dirty="0"/>
              <a:t>contribution= </a:t>
            </a:r>
            <a:r>
              <a:rPr lang="en-US" sz="1400" dirty="0" err="1"/>
              <a:t>coef_est</a:t>
            </a:r>
            <a:r>
              <a:rPr lang="en-US" sz="1400" dirty="0"/>
              <a:t>*x as in 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u="sng" dirty="0"/>
          </a:p>
          <a:p>
            <a:endParaRPr lang="en-US" sz="1400" u="sng" dirty="0"/>
          </a:p>
          <a:p>
            <a:endParaRPr lang="en-US" sz="1400" u="sng" dirty="0"/>
          </a:p>
          <a:p>
            <a:endParaRPr lang="en-US" sz="1400" u="sng" dirty="0"/>
          </a:p>
          <a:p>
            <a:r>
              <a:rPr lang="en-US" sz="1400" u="sng" dirty="0"/>
              <a:t>Step 3</a:t>
            </a:r>
            <a:r>
              <a:rPr lang="en-US" sz="1400" dirty="0"/>
              <a:t>: Rank order the contribution by each model variable from highest to lowest for each observation.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6DC803-7564-E2F5-8337-4F3821B8A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101" y="3951131"/>
            <a:ext cx="3063732" cy="527364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17192068-1C44-2B89-C3D3-5C50BCC23B7D}"/>
              </a:ext>
            </a:extLst>
          </p:cNvPr>
          <p:cNvSpPr/>
          <p:nvPr/>
        </p:nvSpPr>
        <p:spPr>
          <a:xfrm>
            <a:off x="9497683" y="4653885"/>
            <a:ext cx="1725283" cy="634017"/>
          </a:xfrm>
          <a:prstGeom prst="wedgeRectCallout">
            <a:avLst>
              <a:gd name="adj1" fmla="val -71014"/>
              <a:gd name="adj2" fmla="val -8732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Compare the magnitude of each component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EDAAE0-37CE-959A-85F7-92929FB58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16" y="2640404"/>
            <a:ext cx="5575784" cy="367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74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56A6-A0B7-4AD3-A4A4-9522F249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84" y="263832"/>
            <a:ext cx="11029616" cy="988332"/>
          </a:xfrm>
        </p:spPr>
        <p:txBody>
          <a:bodyPr/>
          <a:lstStyle/>
          <a:p>
            <a:r>
              <a:rPr lang="en-US" dirty="0"/>
              <a:t>Appendix 2 – Finding the top drivers for model score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A0150-AECF-4D8C-A650-1671E51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104E76E-6BB1-FD62-B0A1-578EA9960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784" y="1339080"/>
            <a:ext cx="11427414" cy="6025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Select those records from 1</a:t>
            </a:r>
            <a:r>
              <a:rPr lang="en-US" baseline="30000" dirty="0"/>
              <a:t>st</a:t>
            </a:r>
            <a:r>
              <a:rPr lang="en-US" dirty="0"/>
              <a:t> bin of the validation sample and with claim=1.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Rank all model variables from 1</a:t>
            </a:r>
            <a:r>
              <a:rPr lang="en-US" baseline="30000" dirty="0"/>
              <a:t>st</a:t>
            </a:r>
            <a:r>
              <a:rPr lang="en-US" dirty="0"/>
              <a:t> to last by their magnitude of contribution to the model score.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Select top 6 variables that have contributed most (see appendix for the method).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Calculate the total contributions of each variables after assigning weights 6, 5, 4, 3, 2 and 1, with 6 to top contributor and 1 to 6</a:t>
            </a:r>
            <a:r>
              <a:rPr lang="en-US" baseline="30000" dirty="0"/>
              <a:t>th</a:t>
            </a:r>
            <a:r>
              <a:rPr lang="en-US" dirty="0"/>
              <a:t> contributor.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Calculate the total contribution of each variable.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Rank the contributions of all variables from highest to lowest.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BDEF7-E28D-B6FC-9EF6-6BAC13AC3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89" y="3525521"/>
            <a:ext cx="10584651" cy="325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7388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Custom 10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465359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_Win32_JB_SL_v2.potx" id="{1C1B9226-0BCF-4F11-8C9C-4780CC1ABB3B}" vid="{6B91BC45-CF1E-4756-9009-7BE00F9B25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4608ECE-840A-4514-AD05-0950FC5D30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70C9DA-ADC8-49D9-B223-6D54C6FB7B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333985-6DEC-4BB6-B360-FFFEFA02249A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Dividend design</Template>
  <TotalTime>552</TotalTime>
  <Words>2027</Words>
  <Application>Microsoft Office PowerPoint</Application>
  <PresentationFormat>Widescreen</PresentationFormat>
  <Paragraphs>234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DividendVTI</vt:lpstr>
      <vt:lpstr>Medical Claim Data – 1st Dive</vt:lpstr>
      <vt:lpstr>Content</vt:lpstr>
      <vt:lpstr>Objective</vt:lpstr>
      <vt:lpstr>II. Modeling methodology Modeling process - overview</vt:lpstr>
      <vt:lpstr>II. Modeling methodology Data Cleaning based on business rules</vt:lpstr>
      <vt:lpstr>1I. Modeling methodology Data Cleaning based on data analysis</vt:lpstr>
      <vt:lpstr>II. Modeling methodology Text encoding</vt:lpstr>
      <vt:lpstr>II. Modeling methodology Feature engineering</vt:lpstr>
      <vt:lpstr>II. Modeling methodology Sampling</vt:lpstr>
      <vt:lpstr>II. Three Models </vt:lpstr>
      <vt:lpstr>Model I – Logistic REgression</vt:lpstr>
      <vt:lpstr>Model I – Logistic Regression performance</vt:lpstr>
      <vt:lpstr>Model I – Finding the top drivers for model score </vt:lpstr>
      <vt:lpstr>Model 2 – Association Rule learning </vt:lpstr>
      <vt:lpstr>Model 2 – Association Rule learning </vt:lpstr>
      <vt:lpstr>Model 3 – Decision Tree Model based on a validation sample (balanced) </vt:lpstr>
      <vt:lpstr>Model 3 – Decision Tree Model Extracting rules from the model</vt:lpstr>
      <vt:lpstr>III. Next steps </vt:lpstr>
      <vt:lpstr>Appendix 1 – Method for finding top drivers in a logistic regression - find which variables have higher predictive power - generate contributing factors </vt:lpstr>
      <vt:lpstr>Appendix 2 – Finding the top drivers for model score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Claims Data Dive</dc:title>
  <dc:creator>Zhixiao Lin</dc:creator>
  <cp:lastModifiedBy>Zhixiao Lin</cp:lastModifiedBy>
  <cp:revision>26</cp:revision>
  <dcterms:created xsi:type="dcterms:W3CDTF">2023-05-15T09:30:58Z</dcterms:created>
  <dcterms:modified xsi:type="dcterms:W3CDTF">2023-05-17T15:34:22Z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